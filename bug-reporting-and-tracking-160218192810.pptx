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7" r:id="rId1"/>
  </p:sldMasterIdLst>
  <p:notesMasterIdLst>
    <p:notesMasterId r:id="rId19"/>
  </p:notesMasterIdLst>
  <p:sldIdLst>
    <p:sldId id="256" r:id="rId2"/>
    <p:sldId id="257" r:id="rId3"/>
    <p:sldId id="259" r:id="rId4"/>
    <p:sldId id="261" r:id="rId5"/>
    <p:sldId id="268" r:id="rId6"/>
    <p:sldId id="276" r:id="rId7"/>
    <p:sldId id="267" r:id="rId8"/>
    <p:sldId id="266" r:id="rId9"/>
    <p:sldId id="265" r:id="rId10"/>
    <p:sldId id="263" r:id="rId11"/>
    <p:sldId id="272" r:id="rId12"/>
    <p:sldId id="271" r:id="rId13"/>
    <p:sldId id="273" r:id="rId14"/>
    <p:sldId id="269" r:id="rId15"/>
    <p:sldId id="270" r:id="rId16"/>
    <p:sldId id="274" r:id="rId17"/>
    <p:sldId id="262" r:id="rId18"/>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532" autoAdjust="0"/>
    <p:restoredTop sz="94660" autoAdjust="0"/>
  </p:normalViewPr>
  <p:slideViewPr>
    <p:cSldViewPr>
      <p:cViewPr varScale="1">
        <p:scale>
          <a:sx n="84" d="100"/>
          <a:sy n="84" d="100"/>
        </p:scale>
        <p:origin x="-426" y="-72"/>
      </p:cViewPr>
      <p:guideLst>
        <p:guide orient="horz" pos="2160"/>
        <p:guide pos="2880"/>
      </p:guideLst>
    </p:cSldViewPr>
  </p:slideViewPr>
  <p:outlineViewPr>
    <p:cViewPr>
      <p:scale>
        <a:sx n="33" d="100"/>
        <a:sy n="33" d="100"/>
      </p:scale>
      <p:origin x="326" y="203909"/>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64" d="100"/>
          <a:sy n="64" d="100"/>
        </p:scale>
        <p:origin x="-2597"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indent="0" algn="l" rtl="0">
              <a:defRPr sz="1200" b="0" i="0" u="none" strike="noStrike" cap="none" baseline="0"/>
            </a:lvl1pPr>
            <a:lvl2pPr>
              <a:defRPr/>
            </a:lvl2pPr>
            <a:lvl3pPr>
              <a:defRPr/>
            </a:lvl3pPr>
            <a:lvl4pPr>
              <a:defRPr/>
            </a:lvl4pPr>
            <a:lvl5pPr>
              <a:defRPr/>
            </a:lvl5pPr>
            <a:lvl6pPr>
              <a:defRPr/>
            </a:lvl6pPr>
            <a:lvl7pPr>
              <a:defRPr/>
            </a:lvl7pPr>
            <a:lvl8pPr>
              <a:defRPr/>
            </a:lvl8pPr>
            <a:lvl9pPr>
              <a:defRPr/>
            </a:lvl9pPr>
          </a:lstStyle>
          <a:p>
            <a:endParaRPr/>
          </a:p>
        </p:txBody>
      </p:sp>
      <p:sp>
        <p:nvSpPr>
          <p:cNvPr id="3" name="Shape 3"/>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indent="0" algn="r" rtl="0">
              <a:defRPr sz="1200" b="0" i="0" u="none" strike="noStrike" cap="none" baseline="0"/>
            </a:lvl1pPr>
            <a:lvl2pPr>
              <a:defRPr/>
            </a:lvl2pPr>
            <a:lvl3pPr>
              <a:defRPr/>
            </a:lvl3pPr>
            <a:lvl4pPr>
              <a:defRPr/>
            </a:lvl4pPr>
            <a:lvl5pPr>
              <a:defRPr/>
            </a:lvl5pPr>
            <a:lvl6pPr>
              <a:defRPr/>
            </a:lvl6pPr>
            <a:lvl7pPr>
              <a:defRPr/>
            </a:lvl7pPr>
            <a:lvl8pPr>
              <a:defRPr/>
            </a:lvl8pPr>
            <a:lvl9pPr>
              <a:defRPr/>
            </a:lvl9pPr>
          </a:lstStyle>
          <a:p>
            <a:endParaRPr/>
          </a:p>
        </p:txBody>
      </p:sp>
      <p:sp>
        <p:nvSpPr>
          <p:cNvPr id="4" name="Shape 4"/>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5" name="Shape 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6" name="Shape 6"/>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indent="0" algn="l" rtl="0">
              <a:defRPr sz="1200" b="0" i="0" u="none" strike="noStrike" cap="none" baseline="0"/>
            </a:lvl1pPr>
            <a:lvl2pPr>
              <a:defRPr/>
            </a:lvl2pPr>
            <a:lvl3pPr>
              <a:defRPr/>
            </a:lvl3pPr>
            <a:lvl4pPr>
              <a:defRPr/>
            </a:lvl4pPr>
            <a:lvl5pPr>
              <a:defRPr/>
            </a:lvl5pPr>
            <a:lvl6pPr>
              <a:defRPr/>
            </a:lvl6pPr>
            <a:lvl7pPr>
              <a:defRPr/>
            </a:lvl7pPr>
            <a:lvl8pPr>
              <a:defRPr/>
            </a:lvl8pPr>
            <a:lvl9pPr>
              <a:defRPr/>
            </a:lvl9pPr>
          </a:lstStyle>
          <a:p>
            <a:endParaRPr/>
          </a:p>
        </p:txBody>
      </p:sp>
      <p:sp>
        <p:nvSpPr>
          <p:cNvPr id="7" name="Shape 7"/>
          <p:cNvSpPr txBox="1">
            <a:spLocks noGrp="1"/>
          </p:cNvSpPr>
          <p:nvPr>
            <p:ph type="sldNum" idx="12"/>
          </p:nvPr>
        </p:nvSpPr>
        <p:spPr>
          <a:xfrm>
            <a:off x="3884612" y="8685213"/>
            <a:ext cx="2971799" cy="457200"/>
          </a:xfrm>
          <a:prstGeom prst="rect">
            <a:avLst/>
          </a:prstGeom>
          <a:noFill/>
          <a:ln>
            <a:noFill/>
          </a:ln>
        </p:spPr>
        <p:txBody>
          <a:bodyPr lIns="91425" tIns="91425" rIns="91425" bIns="91425" anchor="b" anchorCtr="0"/>
          <a:lstStyle>
            <a:lvl1pPr marL="0" marR="0" indent="0" algn="r" rtl="0">
              <a:defRPr sz="1200" b="0" i="0" u="none" strike="noStrike" cap="none" baseline="0"/>
            </a:lvl1pPr>
            <a:lvl2pPr>
              <a:defRPr/>
            </a:lvl2pPr>
            <a:lvl3pPr>
              <a:defRPr/>
            </a:lvl3pPr>
            <a:lvl4pPr>
              <a:defRPr/>
            </a:lvl4pPr>
            <a:lvl5pPr>
              <a:defRPr/>
            </a:lvl5pPr>
            <a:lvl6pPr>
              <a:defRPr/>
            </a:lvl6pPr>
            <a:lvl7pPr>
              <a:defRPr/>
            </a:lvl7pPr>
            <a:lvl8pPr>
              <a:defRPr/>
            </a:lvl8pPr>
            <a:lvl9pPr>
              <a:defRPr/>
            </a:lvl9pPr>
          </a:lstStyle>
          <a:p>
            <a:endParaRPr/>
          </a:p>
        </p:txBody>
      </p:sp>
    </p:spTree>
    <p:extLst>
      <p:ext uri="{BB962C8B-B14F-4D97-AF65-F5344CB8AC3E}">
        <p14:creationId xmlns:p14="http://schemas.microsoft.com/office/powerpoint/2010/main" val="128881747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Shape 4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50" name="Shape 5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Shape 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56" name="Shape 5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Shape 6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67" name="Shape 6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78" name="Shape 7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uk-UA"/>
          </a:p>
        </p:txBody>
      </p:sp>
      <p:sp>
        <p:nvSpPr>
          <p:cNvPr id="4" name="Номер слайда 3"/>
          <p:cNvSpPr>
            <a:spLocks noGrp="1"/>
          </p:cNvSpPr>
          <p:nvPr>
            <p:ph type="sldNum" idx="10"/>
          </p:nvPr>
        </p:nvSpPr>
        <p:spPr/>
        <p:txBody>
          <a:bodyPr/>
          <a:lstStyle/>
          <a:p>
            <a:endParaRPr lang="uk-U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Shape 7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78" name="Shape 7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Shape 8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83" name="Shape 8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bg>
      <p:bgPr>
        <a:blipFill>
          <a:blip r:embed="rId2"/>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609600" y="2438400"/>
            <a:ext cx="7924799" cy="1447800"/>
          </a:xfrm>
          <a:prstGeom prst="rect">
            <a:avLst/>
          </a:prstGeom>
          <a:noFill/>
          <a:ln>
            <a:noFill/>
          </a:ln>
        </p:spPr>
        <p:txBody>
          <a:bodyPr lIns="91425" tIns="91425" rIns="91425" bIns="91425" anchor="ctr" anchorCtr="0"/>
          <a:lstStyle>
            <a:lvl1pPr marL="0" marR="0" indent="0" algn="ctr" rtl="0">
              <a:spcBef>
                <a:spcPts val="0"/>
              </a:spcBef>
              <a:buClr>
                <a:schemeClr val="lt1"/>
              </a:buClr>
              <a:buFont typeface="Quattrocento Sans"/>
              <a:buNone/>
              <a:defRPr sz="4000" b="1" i="0" u="none" strike="noStrike" cap="none" baseline="0">
                <a:solidFill>
                  <a:schemeClr val="lt1"/>
                </a:solidFill>
                <a:latin typeface="Quattrocento Sans"/>
                <a:ea typeface="Quattrocento Sans"/>
                <a:cs typeface="Quattrocento Sans"/>
                <a:sym typeface="Quattrocento Sans"/>
              </a:defRPr>
            </a:lvl1pPr>
            <a:lvl2pPr marL="0" marR="0" indent="0" algn="l" rtl="0">
              <a:defRPr/>
            </a:lvl2pPr>
            <a:lvl3pPr marL="0" marR="0" indent="0" algn="l" rtl="0">
              <a:defRPr/>
            </a:lvl3pPr>
            <a:lvl4pPr marL="0" marR="0" indent="0" algn="l" rtl="0">
              <a:defRPr/>
            </a:lvl4pPr>
            <a:lvl5pPr marL="0" marR="0" indent="0" algn="l" rtl="0">
              <a:defRPr/>
            </a:lvl5pPr>
            <a:lvl6pPr marL="0" marR="0" indent="0" algn="l" rtl="0">
              <a:defRPr/>
            </a:lvl6pPr>
            <a:lvl7pPr marL="0" marR="0" indent="0" algn="l" rtl="0">
              <a:defRPr/>
            </a:lvl7pPr>
            <a:lvl8pPr marL="0" marR="0" indent="0" algn="l" rtl="0">
              <a:defRPr/>
            </a:lvl8pPr>
            <a:lvl9pPr marL="0" marR="0" indent="0" algn="l" rtl="0">
              <a:defRPr/>
            </a:lvl9pPr>
          </a:lstStyle>
          <a:p>
            <a:endParaRPr/>
          </a:p>
        </p:txBody>
      </p:sp>
      <p:sp>
        <p:nvSpPr>
          <p:cNvPr id="13" name="Shape 13"/>
          <p:cNvSpPr txBox="1">
            <a:spLocks noGrp="1"/>
          </p:cNvSpPr>
          <p:nvPr>
            <p:ph type="subTitle" idx="1"/>
          </p:nvPr>
        </p:nvSpPr>
        <p:spPr>
          <a:xfrm>
            <a:off x="1371600" y="4267200"/>
            <a:ext cx="6400799" cy="762000"/>
          </a:xfrm>
          <a:prstGeom prst="rect">
            <a:avLst/>
          </a:prstGeom>
          <a:noFill/>
          <a:ln>
            <a:noFill/>
          </a:ln>
        </p:spPr>
        <p:txBody>
          <a:bodyPr lIns="91425" tIns="91425" rIns="91425" bIns="91425" anchor="t" anchorCtr="0"/>
          <a:lstStyle>
            <a:lvl1pPr marL="0" marR="0" indent="0" algn="ctr" rtl="0">
              <a:spcBef>
                <a:spcPts val="560"/>
              </a:spcBef>
              <a:buClr>
                <a:srgbClr val="32469A"/>
              </a:buClr>
              <a:buFont typeface="Quattrocento Sans"/>
              <a:buNone/>
              <a:defRPr sz="2800" b="0" i="0" u="none" strike="noStrike" cap="none" baseline="0">
                <a:solidFill>
                  <a:srgbClr val="C5D8F1"/>
                </a:solidFill>
                <a:latin typeface="Quattrocento Sans"/>
                <a:ea typeface="Quattrocento Sans"/>
                <a:cs typeface="Quattrocento Sans"/>
                <a:sym typeface="Quattrocento Sans"/>
              </a:defRPr>
            </a:lvl1pPr>
            <a:lvl2pPr marL="457200" marR="0" indent="0" algn="ctr" rtl="0">
              <a:spcBef>
                <a:spcPts val="560"/>
              </a:spcBef>
              <a:buClr>
                <a:srgbClr val="888888"/>
              </a:buClr>
              <a:buFont typeface="Quattrocento Sans"/>
              <a:buNone/>
              <a:defRPr sz="2800" b="0" i="0" u="none" strike="noStrike" cap="none" baseline="0">
                <a:solidFill>
                  <a:srgbClr val="888888"/>
                </a:solidFill>
                <a:latin typeface="Quattrocento Sans"/>
                <a:ea typeface="Quattrocento Sans"/>
                <a:cs typeface="Quattrocento Sans"/>
                <a:sym typeface="Quattrocento Sans"/>
              </a:defRPr>
            </a:lvl2pPr>
            <a:lvl3pPr marL="914400" marR="0" indent="0" algn="ctr" rtl="0">
              <a:spcBef>
                <a:spcPts val="480"/>
              </a:spcBef>
              <a:buClr>
                <a:srgbClr val="888888"/>
              </a:buClr>
              <a:buFont typeface="Quattrocento Sans"/>
              <a:buNone/>
              <a:defRPr sz="2400" b="0" i="0" u="none" strike="noStrike" cap="none" baseline="0">
                <a:solidFill>
                  <a:srgbClr val="888888"/>
                </a:solidFill>
                <a:latin typeface="Quattrocento Sans"/>
                <a:ea typeface="Quattrocento Sans"/>
                <a:cs typeface="Quattrocento Sans"/>
                <a:sym typeface="Quattrocento Sans"/>
              </a:defRPr>
            </a:lvl3pPr>
            <a:lvl4pPr marL="1371600" marR="0" indent="0" algn="ctr" rtl="0">
              <a:spcBef>
                <a:spcPts val="400"/>
              </a:spcBef>
              <a:buClr>
                <a:srgbClr val="888888"/>
              </a:buClr>
              <a:buFont typeface="Quattrocento Sans"/>
              <a:buNone/>
              <a:defRPr sz="2000" b="0" i="0" u="none" strike="noStrike" cap="none" baseline="0">
                <a:solidFill>
                  <a:srgbClr val="888888"/>
                </a:solidFill>
                <a:latin typeface="Quattrocento Sans"/>
                <a:ea typeface="Quattrocento Sans"/>
                <a:cs typeface="Quattrocento Sans"/>
                <a:sym typeface="Quattrocento Sans"/>
              </a:defRPr>
            </a:lvl4pPr>
            <a:lvl5pPr marL="1828800" marR="0" indent="0" algn="ctr" rtl="0">
              <a:spcBef>
                <a:spcPts val="400"/>
              </a:spcBef>
              <a:buClr>
                <a:srgbClr val="888888"/>
              </a:buClr>
              <a:buFont typeface="Quattrocento Sans"/>
              <a:buNone/>
              <a:defRPr sz="2000" b="0" i="0" u="none" strike="noStrike" cap="none" baseline="0">
                <a:solidFill>
                  <a:srgbClr val="888888"/>
                </a:solidFill>
                <a:latin typeface="Quattrocento Sans"/>
                <a:ea typeface="Quattrocento Sans"/>
                <a:cs typeface="Quattrocento Sans"/>
                <a:sym typeface="Quattrocento Sans"/>
              </a:defRPr>
            </a:lvl5pPr>
            <a:lvl6pPr marL="2286000" marR="0" indent="0" algn="ctr" rtl="0">
              <a:spcBef>
                <a:spcPts val="400"/>
              </a:spcBef>
              <a:buClr>
                <a:srgbClr val="888888"/>
              </a:buClr>
              <a:buFont typeface="Calibri"/>
              <a:buNone/>
              <a:defRPr sz="2000" b="0" i="0" u="none" strike="noStrike" cap="none" baseline="0">
                <a:solidFill>
                  <a:srgbClr val="888888"/>
                </a:solidFill>
                <a:latin typeface="Calibri"/>
                <a:ea typeface="Calibri"/>
                <a:cs typeface="Calibri"/>
                <a:sym typeface="Calibri"/>
              </a:defRPr>
            </a:lvl6pPr>
            <a:lvl7pPr marL="2743200" marR="0" indent="0" algn="ctr" rtl="0">
              <a:spcBef>
                <a:spcPts val="400"/>
              </a:spcBef>
              <a:buClr>
                <a:srgbClr val="888888"/>
              </a:buClr>
              <a:buFont typeface="Calibri"/>
              <a:buNone/>
              <a:defRPr sz="2000" b="0" i="0" u="none" strike="noStrike" cap="none" baseline="0">
                <a:solidFill>
                  <a:srgbClr val="888888"/>
                </a:solidFill>
                <a:latin typeface="Calibri"/>
                <a:ea typeface="Calibri"/>
                <a:cs typeface="Calibri"/>
                <a:sym typeface="Calibri"/>
              </a:defRPr>
            </a:lvl7pPr>
            <a:lvl8pPr marL="3200400" marR="0" indent="0" algn="ctr" rtl="0">
              <a:spcBef>
                <a:spcPts val="400"/>
              </a:spcBef>
              <a:buClr>
                <a:srgbClr val="888888"/>
              </a:buClr>
              <a:buFont typeface="Calibri"/>
              <a:buNone/>
              <a:defRPr sz="2000" b="0" i="0" u="none" strike="noStrike" cap="none" baseline="0">
                <a:solidFill>
                  <a:srgbClr val="888888"/>
                </a:solidFill>
                <a:latin typeface="Calibri"/>
                <a:ea typeface="Calibri"/>
                <a:cs typeface="Calibri"/>
                <a:sym typeface="Calibri"/>
              </a:defRPr>
            </a:lvl8pPr>
            <a:lvl9pPr marL="3657600" marR="0" indent="0" algn="ctr" rtl="0">
              <a:spcBef>
                <a:spcPts val="400"/>
              </a:spcBef>
              <a:buClr>
                <a:srgbClr val="888888"/>
              </a:buClr>
              <a:buFont typeface="Calibri"/>
              <a:buNone/>
              <a:defRPr sz="2000" b="0" i="0" u="none" strike="noStrike" cap="none" baseline="0">
                <a:solidFill>
                  <a:srgbClr val="888888"/>
                </a:solidFill>
                <a:latin typeface="Calibri"/>
                <a:ea typeface="Calibri"/>
                <a:cs typeface="Calibri"/>
                <a:sym typeface="Calibri"/>
              </a:defRPr>
            </a:lvl9pPr>
          </a:lstStyle>
          <a:p>
            <a:endParaRPr/>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One Column Layout">
    <p:bg>
      <p:bgPr>
        <a:blipFill>
          <a:blip r:embed="rId2"/>
          <a:stretch>
            <a:fillRect/>
          </a:stretch>
        </a:blipFill>
        <a:effectLst/>
      </p:bgPr>
    </p:bg>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57200" y="152400"/>
            <a:ext cx="8229600" cy="914400"/>
          </a:xfrm>
          <a:prstGeom prst="rect">
            <a:avLst/>
          </a:prstGeom>
          <a:noFill/>
          <a:ln>
            <a:noFill/>
          </a:ln>
        </p:spPr>
        <p:txBody>
          <a:bodyPr lIns="91425" tIns="91425" rIns="91425" bIns="91425" anchor="ctr" anchorCtr="0"/>
          <a:lstStyle>
            <a:lvl1pPr algn="ctr" rtl="0">
              <a:defRPr sz="4000" b="1">
                <a:solidFill>
                  <a:srgbClr val="32469A"/>
                </a:solidFill>
                <a:latin typeface="Quattrocento Sans"/>
                <a:ea typeface="Quattrocento Sans"/>
                <a:cs typeface="Quattrocento Sans"/>
                <a:sym typeface="Quattrocento Sans"/>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18" name="Shape 18"/>
          <p:cNvSpPr txBox="1">
            <a:spLocks noGrp="1"/>
          </p:cNvSpPr>
          <p:nvPr>
            <p:ph type="body" idx="1"/>
          </p:nvPr>
        </p:nvSpPr>
        <p:spPr>
          <a:xfrm>
            <a:off x="457200" y="1447800"/>
            <a:ext cx="8229600" cy="4525963"/>
          </a:xfrm>
          <a:prstGeom prst="rect">
            <a:avLst/>
          </a:prstGeom>
          <a:noFill/>
          <a:ln>
            <a:noFill/>
          </a:ln>
        </p:spPr>
        <p:txBody>
          <a:bodyPr lIns="91425" tIns="91425" rIns="91425" bIns="91425" anchor="t" anchorCtr="0"/>
          <a:lstStyle>
            <a:lvl1pPr rtl="0">
              <a:defRPr>
                <a:latin typeface="Quattrocento Sans"/>
                <a:ea typeface="Quattrocento Sans"/>
                <a:cs typeface="Quattrocento Sans"/>
                <a:sym typeface="Quattrocento Sans"/>
              </a:defRPr>
            </a:lvl1pPr>
            <a:lvl2pPr rtl="0">
              <a:defRPr>
                <a:latin typeface="Quattrocento Sans"/>
                <a:ea typeface="Quattrocento Sans"/>
                <a:cs typeface="Quattrocento Sans"/>
                <a:sym typeface="Quattrocento Sans"/>
              </a:defRPr>
            </a:lvl2pPr>
            <a:lvl3pPr rtl="0">
              <a:defRPr>
                <a:latin typeface="Quattrocento Sans"/>
                <a:ea typeface="Quattrocento Sans"/>
                <a:cs typeface="Quattrocento Sans"/>
                <a:sym typeface="Quattrocento Sans"/>
              </a:defRPr>
            </a:lvl3pPr>
            <a:lvl4pPr rtl="0">
              <a:defRPr>
                <a:latin typeface="Quattrocento Sans"/>
                <a:ea typeface="Quattrocento Sans"/>
                <a:cs typeface="Quattrocento Sans"/>
                <a:sym typeface="Quattrocento Sans"/>
              </a:defRPr>
            </a:lvl4pPr>
            <a:lvl5pPr rtl="0">
              <a:defRPr>
                <a:latin typeface="Quattrocento Sans"/>
                <a:ea typeface="Quattrocento Sans"/>
                <a:cs typeface="Quattrocento Sans"/>
                <a:sym typeface="Quattrocento Sans"/>
              </a:defRPr>
            </a:lvl5pPr>
            <a:lvl6pPr rtl="0">
              <a:defRPr/>
            </a:lvl6pPr>
            <a:lvl7pPr rtl="0">
              <a:defRPr/>
            </a:lvl7pPr>
            <a:lvl8pPr rtl="0">
              <a:defRPr/>
            </a:lvl8pPr>
            <a:lvl9pPr rtl="0">
              <a:defRPr/>
            </a:lvl9pPr>
          </a:lstStyle>
          <a:p>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One Column Layout (no line)">
    <p:bg>
      <p:bgPr>
        <a:blipFill>
          <a:blip r:embed="rId2"/>
          <a:stretch>
            <a:fillRect/>
          </a:stretch>
        </a:blipFill>
        <a:effectLst/>
      </p:bgPr>
    </p:bg>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457200" y="152400"/>
            <a:ext cx="8229600" cy="914400"/>
          </a:xfrm>
          <a:prstGeom prst="rect">
            <a:avLst/>
          </a:prstGeom>
          <a:noFill/>
          <a:ln>
            <a:noFill/>
          </a:ln>
        </p:spPr>
        <p:txBody>
          <a:bodyPr lIns="91425" tIns="91425" rIns="91425" bIns="91425" anchor="ctr" anchorCtr="0"/>
          <a:lstStyle>
            <a:lvl1pPr algn="ctr" rtl="0">
              <a:defRPr sz="4000" b="1">
                <a:solidFill>
                  <a:srgbClr val="32469A"/>
                </a:solidFill>
                <a:latin typeface="Quattrocento Sans"/>
                <a:ea typeface="Quattrocento Sans"/>
                <a:cs typeface="Quattrocento Sans"/>
                <a:sym typeface="Quattrocento Sans"/>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21" name="Shape 21"/>
          <p:cNvSpPr txBox="1">
            <a:spLocks noGrp="1"/>
          </p:cNvSpPr>
          <p:nvPr>
            <p:ph type="body" idx="1"/>
          </p:nvPr>
        </p:nvSpPr>
        <p:spPr>
          <a:xfrm>
            <a:off x="457200" y="1447800"/>
            <a:ext cx="8229600" cy="4525963"/>
          </a:xfrm>
          <a:prstGeom prst="rect">
            <a:avLst/>
          </a:prstGeom>
          <a:noFill/>
          <a:ln>
            <a:noFill/>
          </a:ln>
        </p:spPr>
        <p:txBody>
          <a:bodyPr lIns="91425" tIns="91425" rIns="91425" bIns="91425" anchor="t" anchorCtr="0"/>
          <a:lstStyle>
            <a:lvl1pPr rtl="0">
              <a:defRPr>
                <a:latin typeface="Quattrocento Sans"/>
                <a:ea typeface="Quattrocento Sans"/>
                <a:cs typeface="Quattrocento Sans"/>
                <a:sym typeface="Quattrocento Sans"/>
              </a:defRPr>
            </a:lvl1pPr>
            <a:lvl2pPr rtl="0">
              <a:defRPr>
                <a:latin typeface="Quattrocento Sans"/>
                <a:ea typeface="Quattrocento Sans"/>
                <a:cs typeface="Quattrocento Sans"/>
                <a:sym typeface="Quattrocento Sans"/>
              </a:defRPr>
            </a:lvl2pPr>
            <a:lvl3pPr rtl="0">
              <a:defRPr>
                <a:latin typeface="Quattrocento Sans"/>
                <a:ea typeface="Quattrocento Sans"/>
                <a:cs typeface="Quattrocento Sans"/>
                <a:sym typeface="Quattrocento Sans"/>
              </a:defRPr>
            </a:lvl3pPr>
            <a:lvl4pPr rtl="0">
              <a:defRPr>
                <a:latin typeface="Quattrocento Sans"/>
                <a:ea typeface="Quattrocento Sans"/>
                <a:cs typeface="Quattrocento Sans"/>
                <a:sym typeface="Quattrocento Sans"/>
              </a:defRPr>
            </a:lvl4pPr>
            <a:lvl5pPr rtl="0">
              <a:defRPr>
                <a:latin typeface="Quattrocento Sans"/>
                <a:ea typeface="Quattrocento Sans"/>
                <a:cs typeface="Quattrocento Sans"/>
                <a:sym typeface="Quattrocento Sans"/>
              </a:defRPr>
            </a:lvl5pPr>
            <a:lvl6pPr rtl="0">
              <a:defRPr/>
            </a:lvl6pPr>
            <a:lvl7pPr rtl="0">
              <a:defRPr/>
            </a:lvl7pPr>
            <a:lvl8pPr rtl="0">
              <a:defRPr/>
            </a:lvl8pPr>
            <a:lvl9pPr rtl="0">
              <a:defRPr/>
            </a:lvl9pPr>
          </a:lstStyle>
          <a:p>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lumns Layout">
    <p:bg>
      <p:bgPr>
        <a:blipFill>
          <a:blip r:embed="rId2"/>
          <a:stretch>
            <a:fillRect/>
          </a:stretch>
        </a:blipFill>
        <a:effectLst/>
      </p:bgPr>
    </p:bg>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457200" y="152400"/>
            <a:ext cx="8229600" cy="914400"/>
          </a:xfrm>
          <a:prstGeom prst="rect">
            <a:avLst/>
          </a:prstGeom>
          <a:noFill/>
          <a:ln>
            <a:noFill/>
          </a:ln>
        </p:spPr>
        <p:txBody>
          <a:bodyPr lIns="91425" tIns="91425" rIns="91425" bIns="91425" anchor="ctr" anchorCtr="0"/>
          <a:lstStyle>
            <a:lvl1pPr algn="ctr" rtl="0">
              <a:defRPr sz="4000" b="1">
                <a:solidFill>
                  <a:srgbClr val="32469A"/>
                </a:solidFill>
                <a:latin typeface="Quattrocento Sans"/>
                <a:ea typeface="Quattrocento Sans"/>
                <a:cs typeface="Quattrocento Sans"/>
                <a:sym typeface="Quattrocento Sans"/>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24" name="Shape 24"/>
          <p:cNvSpPr txBox="1">
            <a:spLocks noGrp="1"/>
          </p:cNvSpPr>
          <p:nvPr>
            <p:ph type="body" idx="1"/>
          </p:nvPr>
        </p:nvSpPr>
        <p:spPr>
          <a:xfrm>
            <a:off x="457200" y="1373903"/>
            <a:ext cx="4038599" cy="4493497"/>
          </a:xfrm>
          <a:prstGeom prst="rect">
            <a:avLst/>
          </a:prstGeom>
          <a:noFill/>
          <a:ln>
            <a:noFill/>
          </a:ln>
        </p:spPr>
        <p:txBody>
          <a:bodyPr lIns="91425" tIns="91425" rIns="91425" bIns="91425" anchor="t" anchorCtr="0"/>
          <a:lstStyle>
            <a:lvl1pPr rtl="0">
              <a:defRPr sz="2400"/>
            </a:lvl1pPr>
            <a:lvl2pPr rtl="0">
              <a:defRPr sz="2000"/>
            </a:lvl2pPr>
            <a:lvl3pPr rtl="0">
              <a:defRPr sz="1800"/>
            </a:lvl3pPr>
            <a:lvl4pPr rtl="0">
              <a:defRPr sz="1700"/>
            </a:lvl4pPr>
            <a:lvl5pPr rtl="0">
              <a:defRPr sz="1600"/>
            </a:lvl5pPr>
            <a:lvl6pPr rtl="0">
              <a:defRPr/>
            </a:lvl6pPr>
            <a:lvl7pPr rtl="0">
              <a:defRPr/>
            </a:lvl7pPr>
            <a:lvl8pPr rtl="0">
              <a:defRPr/>
            </a:lvl8pPr>
            <a:lvl9pPr rtl="0">
              <a:defRPr/>
            </a:lvl9pPr>
          </a:lstStyle>
          <a:p>
            <a:endParaRPr/>
          </a:p>
        </p:txBody>
      </p:sp>
      <p:sp>
        <p:nvSpPr>
          <p:cNvPr id="25" name="Shape 25"/>
          <p:cNvSpPr txBox="1">
            <a:spLocks noGrp="1"/>
          </p:cNvSpPr>
          <p:nvPr>
            <p:ph type="body" idx="2"/>
          </p:nvPr>
        </p:nvSpPr>
        <p:spPr>
          <a:xfrm>
            <a:off x="4724400" y="1371600"/>
            <a:ext cx="3962399" cy="4495798"/>
          </a:xfrm>
          <a:prstGeom prst="rect">
            <a:avLst/>
          </a:prstGeom>
          <a:noFill/>
          <a:ln>
            <a:noFill/>
          </a:ln>
        </p:spPr>
        <p:txBody>
          <a:bodyPr lIns="91425" tIns="91425" rIns="91425" bIns="91425" anchor="t" anchorCtr="0"/>
          <a:lstStyle>
            <a:lvl1pPr rtl="0">
              <a:defRPr sz="2400"/>
            </a:lvl1pPr>
            <a:lvl2pPr rtl="0">
              <a:defRPr sz="2000"/>
            </a:lvl2pPr>
            <a:lvl3pPr rtl="0">
              <a:defRPr sz="1800"/>
            </a:lvl3pPr>
            <a:lvl4pPr rtl="0">
              <a:defRPr sz="1700"/>
            </a:lvl4pPr>
            <a:lvl5pPr rtl="0">
              <a:defRPr sz="1600"/>
            </a:lvl5pPr>
            <a:lvl6pPr rtl="0">
              <a:defRPr/>
            </a:lvl6pPr>
            <a:lvl7pPr rtl="0">
              <a:defRPr/>
            </a:lvl7pPr>
            <a:lvl8pPr rtl="0">
              <a:defRPr/>
            </a:lvl8pPr>
            <a:lvl9pPr rtl="0">
              <a:defRPr/>
            </a:lvl9pPr>
          </a:lstStyle>
          <a:p>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wo Columns Layout (no line)">
    <p:bg>
      <p:bgPr>
        <a:blipFill>
          <a:blip r:embed="rId2"/>
          <a:stretch>
            <a:fillRect/>
          </a:stretch>
        </a:blipFill>
        <a:effectLst/>
      </p:bgPr>
    </p:bg>
    <p:spTree>
      <p:nvGrpSpPr>
        <p:cNvPr id="1" name="Shape 26"/>
        <p:cNvGrpSpPr/>
        <p:nvPr/>
      </p:nvGrpSpPr>
      <p:grpSpPr>
        <a:xfrm>
          <a:off x="0" y="0"/>
          <a:ext cx="0" cy="0"/>
          <a:chOff x="0" y="0"/>
          <a:chExt cx="0" cy="0"/>
        </a:xfrm>
      </p:grpSpPr>
      <p:sp>
        <p:nvSpPr>
          <p:cNvPr id="27" name="Shape 27"/>
          <p:cNvSpPr txBox="1">
            <a:spLocks noGrp="1"/>
          </p:cNvSpPr>
          <p:nvPr>
            <p:ph type="title"/>
          </p:nvPr>
        </p:nvSpPr>
        <p:spPr>
          <a:xfrm>
            <a:off x="457200" y="152400"/>
            <a:ext cx="8229600" cy="914400"/>
          </a:xfrm>
          <a:prstGeom prst="rect">
            <a:avLst/>
          </a:prstGeom>
          <a:noFill/>
          <a:ln>
            <a:noFill/>
          </a:ln>
        </p:spPr>
        <p:txBody>
          <a:bodyPr lIns="91425" tIns="91425" rIns="91425" bIns="91425" anchor="ctr" anchorCtr="0"/>
          <a:lstStyle>
            <a:lvl1pPr algn="l" rtl="0">
              <a:defRPr sz="4000" b="1">
                <a:solidFill>
                  <a:srgbClr val="32469A"/>
                </a:solidFill>
                <a:latin typeface="Quattrocento Sans"/>
                <a:ea typeface="Quattrocento Sans"/>
                <a:cs typeface="Quattrocento Sans"/>
                <a:sym typeface="Quattrocento Sans"/>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28" name="Shape 28"/>
          <p:cNvSpPr txBox="1">
            <a:spLocks noGrp="1"/>
          </p:cNvSpPr>
          <p:nvPr>
            <p:ph type="body" idx="1"/>
          </p:nvPr>
        </p:nvSpPr>
        <p:spPr>
          <a:xfrm>
            <a:off x="457200" y="1373903"/>
            <a:ext cx="4038599" cy="4493497"/>
          </a:xfrm>
          <a:prstGeom prst="rect">
            <a:avLst/>
          </a:prstGeom>
          <a:noFill/>
          <a:ln>
            <a:noFill/>
          </a:ln>
        </p:spPr>
        <p:txBody>
          <a:bodyPr lIns="91425" tIns="91425" rIns="91425" bIns="91425" anchor="t" anchorCtr="0"/>
          <a:lstStyle>
            <a:lvl1pPr rtl="0">
              <a:defRPr sz="2400"/>
            </a:lvl1pPr>
            <a:lvl2pPr rtl="0">
              <a:defRPr sz="2000"/>
            </a:lvl2pPr>
            <a:lvl3pPr rtl="0">
              <a:defRPr sz="1800"/>
            </a:lvl3pPr>
            <a:lvl4pPr rtl="0">
              <a:defRPr sz="1700"/>
            </a:lvl4pPr>
            <a:lvl5pPr rtl="0">
              <a:defRPr sz="1600"/>
            </a:lvl5pPr>
            <a:lvl6pPr rtl="0">
              <a:defRPr/>
            </a:lvl6pPr>
            <a:lvl7pPr rtl="0">
              <a:defRPr/>
            </a:lvl7pPr>
            <a:lvl8pPr rtl="0">
              <a:defRPr/>
            </a:lvl8pPr>
            <a:lvl9pPr rtl="0">
              <a:defRPr/>
            </a:lvl9pPr>
          </a:lstStyle>
          <a:p>
            <a:endParaRPr/>
          </a:p>
        </p:txBody>
      </p:sp>
      <p:sp>
        <p:nvSpPr>
          <p:cNvPr id="29" name="Shape 29"/>
          <p:cNvSpPr txBox="1">
            <a:spLocks noGrp="1"/>
          </p:cNvSpPr>
          <p:nvPr>
            <p:ph type="body" idx="2"/>
          </p:nvPr>
        </p:nvSpPr>
        <p:spPr>
          <a:xfrm>
            <a:off x="4724400" y="1371600"/>
            <a:ext cx="3962399" cy="4495798"/>
          </a:xfrm>
          <a:prstGeom prst="rect">
            <a:avLst/>
          </a:prstGeom>
          <a:noFill/>
          <a:ln>
            <a:noFill/>
          </a:ln>
        </p:spPr>
        <p:txBody>
          <a:bodyPr lIns="91425" tIns="91425" rIns="91425" bIns="91425" anchor="t" anchorCtr="0"/>
          <a:lstStyle>
            <a:lvl1pPr rtl="0">
              <a:defRPr sz="2400"/>
            </a:lvl1pPr>
            <a:lvl2pPr rtl="0">
              <a:defRPr sz="2000"/>
            </a:lvl2pPr>
            <a:lvl3pPr rtl="0">
              <a:defRPr sz="1800"/>
            </a:lvl3pPr>
            <a:lvl4pPr rtl="0">
              <a:defRPr sz="1700"/>
            </a:lvl4pPr>
            <a:lvl5pPr rtl="0">
              <a:defRPr sz="1600"/>
            </a:lvl5pPr>
            <a:lvl6pPr rtl="0">
              <a:defRPr/>
            </a:lvl6pPr>
            <a:lvl7pPr rtl="0">
              <a:defRPr/>
            </a:lvl7pPr>
            <a:lvl8pPr rtl="0">
              <a:defRPr/>
            </a:lvl8pPr>
            <a:lvl9pPr rtl="0">
              <a:defRPr/>
            </a:lvl9pPr>
          </a:lstStyle>
          <a:p>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bg>
      <p:bgPr>
        <a:blipFill>
          <a:blip r:embed="rId2"/>
          <a:stretch>
            <a:fillRect/>
          </a:stretch>
        </a:blipFill>
        <a:effectLst/>
      </p:bgPr>
    </p:bg>
    <p:spTree>
      <p:nvGrpSpPr>
        <p:cNvPr id="1" name="Shape 30"/>
        <p:cNvGrpSpPr/>
        <p:nvPr/>
      </p:nvGrpSpPr>
      <p:grpSpPr>
        <a:xfrm>
          <a:off x="0" y="0"/>
          <a:ext cx="0" cy="0"/>
          <a:chOff x="0" y="0"/>
          <a:chExt cx="0" cy="0"/>
        </a:xfrm>
      </p:grpSpPr>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Picture with Caption">
    <p:bg>
      <p:bgPr>
        <a:blipFill>
          <a:blip r:embed="rId2"/>
          <a:stretch>
            <a:fillRect/>
          </a:stretch>
        </a:blipFill>
        <a:effectLst/>
      </p:bgPr>
    </p:bg>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1792288" y="4800600"/>
            <a:ext cx="5486399" cy="566737"/>
          </a:xfrm>
          <a:prstGeom prst="rect">
            <a:avLst/>
          </a:prstGeom>
          <a:noFill/>
          <a:ln>
            <a:noFill/>
          </a:ln>
        </p:spPr>
        <p:txBody>
          <a:bodyPr lIns="91425" tIns="91425" rIns="91425" bIns="91425" anchor="b" anchorCtr="0"/>
          <a:lstStyle>
            <a:lvl1pPr algn="ctr" rtl="0">
              <a:defRPr sz="2000" b="1">
                <a:solidFill>
                  <a:srgbClr val="32469A"/>
                </a:solidFill>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33" name="Shape 33"/>
          <p:cNvSpPr txBox="1">
            <a:spLocks noGrp="1"/>
          </p:cNvSpPr>
          <p:nvPr>
            <p:ph type="body" idx="1"/>
          </p:nvPr>
        </p:nvSpPr>
        <p:spPr>
          <a:xfrm>
            <a:off x="1792288" y="5410200"/>
            <a:ext cx="5486399" cy="762000"/>
          </a:xfrm>
          <a:prstGeom prst="rect">
            <a:avLst/>
          </a:prstGeom>
          <a:noFill/>
          <a:ln>
            <a:noFill/>
          </a:ln>
        </p:spPr>
        <p:txBody>
          <a:bodyPr lIns="91425" tIns="91425" rIns="91425" bIns="91425" anchor="t" anchorCtr="0"/>
          <a:lstStyle>
            <a:lvl1pPr marL="0" indent="0" algn="ctr" rtl="0">
              <a:buFont typeface="Quattrocento Sans"/>
              <a:buNone/>
              <a:defRPr sz="1400"/>
            </a:lvl1pPr>
            <a:lvl2pPr marL="457200" indent="0" rtl="0">
              <a:buFont typeface="Quattrocento Sans"/>
              <a:buNone/>
              <a:defRPr sz="1200"/>
            </a:lvl2pPr>
            <a:lvl3pPr marL="914400" indent="0" rtl="0">
              <a:buFont typeface="Quattrocento Sans"/>
              <a:buNone/>
              <a:defRPr sz="1000"/>
            </a:lvl3pPr>
            <a:lvl4pPr marL="1371600" indent="0" rtl="0">
              <a:buFont typeface="Quattrocento Sans"/>
              <a:buNone/>
              <a:defRPr sz="900"/>
            </a:lvl4pPr>
            <a:lvl5pPr marL="1828800" indent="0" rtl="0">
              <a:buFont typeface="Quattrocento Sans"/>
              <a:buNone/>
              <a:defRPr sz="900"/>
            </a:lvl5pPr>
            <a:lvl6pPr marL="2286000" indent="0" rtl="0">
              <a:buFont typeface="Calibri"/>
              <a:buNone/>
              <a:defRPr sz="900"/>
            </a:lvl6pPr>
            <a:lvl7pPr marL="2743200" indent="0" rtl="0">
              <a:buFont typeface="Calibri"/>
              <a:buNone/>
              <a:defRPr sz="900"/>
            </a:lvl7pPr>
            <a:lvl8pPr marL="3200400" indent="0" rtl="0">
              <a:buFont typeface="Calibri"/>
              <a:buNone/>
              <a:defRPr sz="900"/>
            </a:lvl8pPr>
            <a:lvl9pPr marL="3657600" indent="0" rtl="0">
              <a:buFont typeface="Calibri"/>
              <a:buNone/>
              <a:defRPr sz="900"/>
            </a:lvl9pPr>
          </a:lstStyle>
          <a:p>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4"/>
        <p:cNvGrpSpPr/>
        <p:nvPr/>
      </p:nvGrpSpPr>
      <p:grpSpPr>
        <a:xfrm>
          <a:off x="0" y="0"/>
          <a:ext cx="0" cy="0"/>
          <a:chOff x="0" y="0"/>
          <a:chExt cx="0" cy="0"/>
        </a:xfrm>
      </p:grpSpPr>
      <p:sp>
        <p:nvSpPr>
          <p:cNvPr id="35" name="Shape 35"/>
          <p:cNvSpPr/>
          <p:nvPr/>
        </p:nvSpPr>
        <p:spPr>
          <a:xfrm>
            <a:off x="0" y="228600"/>
            <a:ext cx="152399" cy="6324600"/>
          </a:xfrm>
          <a:prstGeom prst="rect">
            <a:avLst/>
          </a:prstGeom>
          <a:solidFill>
            <a:srgbClr val="0070C0">
              <a:alpha val="54901"/>
            </a:srgbClr>
          </a:solidFill>
          <a:ln>
            <a:noFill/>
          </a:ln>
        </p:spPr>
        <p:txBody>
          <a:bodyPr lIns="91425" tIns="45700" rIns="91425" bIns="45700" anchor="ctr" anchorCtr="0">
            <a:noAutofit/>
          </a:bodyPr>
          <a:lstStyle/>
          <a:p>
            <a:endParaRPr/>
          </a:p>
        </p:txBody>
      </p:sp>
      <p:sp>
        <p:nvSpPr>
          <p:cNvPr id="36" name="Shape 36"/>
          <p:cNvSpPr/>
          <p:nvPr/>
        </p:nvSpPr>
        <p:spPr>
          <a:xfrm>
            <a:off x="76200" y="152400"/>
            <a:ext cx="152399" cy="6553200"/>
          </a:xfrm>
          <a:prstGeom prst="rect">
            <a:avLst/>
          </a:prstGeom>
          <a:solidFill>
            <a:srgbClr val="D6E3BC">
              <a:alpha val="64705"/>
            </a:srgbClr>
          </a:solidFill>
          <a:ln>
            <a:noFill/>
          </a:ln>
        </p:spPr>
        <p:txBody>
          <a:bodyPr lIns="91425" tIns="45700" rIns="91425" bIns="45700" anchor="ctr" anchorCtr="0">
            <a:noAutofit/>
          </a:bodyPr>
          <a:lstStyle/>
          <a:p>
            <a:endParaRPr/>
          </a:p>
        </p:txBody>
      </p:sp>
      <p:sp>
        <p:nvSpPr>
          <p:cNvPr id="37" name="Shape 37"/>
          <p:cNvSpPr/>
          <p:nvPr/>
        </p:nvSpPr>
        <p:spPr>
          <a:xfrm>
            <a:off x="228600" y="304800"/>
            <a:ext cx="133349" cy="6553200"/>
          </a:xfrm>
          <a:prstGeom prst="rect">
            <a:avLst/>
          </a:prstGeom>
          <a:solidFill>
            <a:srgbClr val="FFFF00">
              <a:alpha val="20784"/>
            </a:srgbClr>
          </a:solidFill>
          <a:ln>
            <a:noFill/>
          </a:ln>
        </p:spPr>
        <p:txBody>
          <a:bodyPr lIns="91425" tIns="45700" rIns="91425" bIns="45700" anchor="ctr" anchorCtr="0">
            <a:noAutofit/>
          </a:bodyPr>
          <a:lstStyle/>
          <a:p>
            <a:endParaRPr/>
          </a:p>
        </p:txBody>
      </p:sp>
      <p:sp>
        <p:nvSpPr>
          <p:cNvPr id="38" name="Shape 38"/>
          <p:cNvSpPr txBox="1">
            <a:spLocks noGrp="1"/>
          </p:cNvSpPr>
          <p:nvPr>
            <p:ph type="title"/>
          </p:nvPr>
        </p:nvSpPr>
        <p:spPr>
          <a:xfrm>
            <a:off x="-19050" y="304800"/>
            <a:ext cx="5581650" cy="685799"/>
          </a:xfrm>
          <a:prstGeom prst="rect">
            <a:avLst/>
          </a:prstGeom>
          <a:solidFill>
            <a:srgbClr val="0070C0"/>
          </a:solidFill>
          <a:ln>
            <a:noFill/>
          </a:ln>
        </p:spPr>
        <p:txBody>
          <a:bodyPr lIns="91425" tIns="91425" rIns="91425" bIns="91425" anchor="ctr" anchorCtr="0"/>
          <a:lstStyle>
            <a:lvl1pPr rtl="0">
              <a:defRPr sz="3200">
                <a:solidFill>
                  <a:schemeClr val="lt1"/>
                </a:solidFill>
                <a:latin typeface="Calibri"/>
                <a:ea typeface="Calibri"/>
                <a:cs typeface="Calibri"/>
                <a:sym typeface="Calibri"/>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39" name="Shape 3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rtl="0">
              <a:defRPr>
                <a:solidFill>
                  <a:srgbClr val="3F3F3F"/>
                </a:solidFill>
              </a:defRPr>
            </a:lvl1pPr>
            <a:lvl2pPr rtl="0">
              <a:defRPr>
                <a:solidFill>
                  <a:srgbClr val="3F3F3F"/>
                </a:solidFill>
              </a:defRPr>
            </a:lvl2pPr>
            <a:lvl3pPr rtl="0">
              <a:defRPr>
                <a:solidFill>
                  <a:srgbClr val="3F3F3F"/>
                </a:solidFill>
              </a:defRPr>
            </a:lvl3pPr>
            <a:lvl4pPr rtl="0">
              <a:defRPr>
                <a:solidFill>
                  <a:srgbClr val="3F3F3F"/>
                </a:solidFill>
              </a:defRPr>
            </a:lvl4pPr>
            <a:lvl5pPr rtl="0">
              <a:defRPr>
                <a:solidFill>
                  <a:srgbClr val="3F3F3F"/>
                </a:solidFill>
              </a:defRPr>
            </a:lvl5pPr>
            <a:lvl6pPr rtl="0">
              <a:defRPr/>
            </a:lvl6pPr>
            <a:lvl7pPr rtl="0">
              <a:defRPr/>
            </a:lvl7pPr>
            <a:lvl8pPr rtl="0">
              <a:defRPr/>
            </a:lvl8pPr>
            <a:lvl9pPr rtl="0">
              <a:defRPr/>
            </a:lvl9pPr>
          </a:lstStyle>
          <a:p>
            <a:endParaRPr/>
          </a:p>
        </p:txBody>
      </p:sp>
      <p:sp>
        <p:nvSpPr>
          <p:cNvPr id="40" name="Shape 40"/>
          <p:cNvSpPr txBox="1">
            <a:spLocks noGrp="1"/>
          </p:cNvSpPr>
          <p:nvPr>
            <p:ph type="dt" idx="10"/>
          </p:nvPr>
        </p:nvSpPr>
        <p:spPr>
          <a:xfrm>
            <a:off x="457200" y="6356350"/>
            <a:ext cx="2133599" cy="365125"/>
          </a:xfrm>
          <a:prstGeom prst="rect">
            <a:avLst/>
          </a:prstGeom>
          <a:noFill/>
          <a:ln>
            <a:noFill/>
          </a:ln>
        </p:spPr>
        <p:txBody>
          <a:bodyPr lIns="91425" tIns="91425" rIns="91425" bIns="91425" anchor="t" anchorCtr="0"/>
          <a:lstStyle>
            <a:lvl1pPr marL="0" marR="0" indent="0" algn="l" rtl="0">
              <a:defRPr sz="1800" b="0" i="0" u="none" strike="noStrike" cap="none" baseline="0">
                <a:solidFill>
                  <a:schemeClr val="dk1"/>
                </a:solidFill>
                <a:latin typeface="Calibri"/>
                <a:ea typeface="Calibri"/>
                <a:cs typeface="Calibri"/>
                <a:sym typeface="Calibri"/>
              </a:defRPr>
            </a:lvl1pPr>
            <a:lvl2pPr marL="457200" marR="0" indent="0" algn="l" rtl="0">
              <a:defRPr sz="1800" b="0" i="0" u="none" strike="noStrike" cap="none" baseline="0">
                <a:solidFill>
                  <a:schemeClr val="dk1"/>
                </a:solidFill>
                <a:latin typeface="Calibri"/>
                <a:ea typeface="Calibri"/>
                <a:cs typeface="Calibri"/>
                <a:sym typeface="Calibri"/>
              </a:defRPr>
            </a:lvl2pPr>
            <a:lvl3pPr marL="914400" marR="0" indent="0" algn="l" rtl="0">
              <a:defRPr sz="1800" b="0" i="0" u="none" strike="noStrike" cap="none" baseline="0">
                <a:solidFill>
                  <a:schemeClr val="dk1"/>
                </a:solidFill>
                <a:latin typeface="Calibri"/>
                <a:ea typeface="Calibri"/>
                <a:cs typeface="Calibri"/>
                <a:sym typeface="Calibri"/>
              </a:defRPr>
            </a:lvl3pPr>
            <a:lvl4pPr marL="1371600" marR="0" indent="0" algn="l" rtl="0">
              <a:defRPr sz="1800" b="0" i="0" u="none" strike="noStrike" cap="none" baseline="0">
                <a:solidFill>
                  <a:schemeClr val="dk1"/>
                </a:solidFill>
                <a:latin typeface="Calibri"/>
                <a:ea typeface="Calibri"/>
                <a:cs typeface="Calibri"/>
                <a:sym typeface="Calibri"/>
              </a:defRPr>
            </a:lvl4pPr>
            <a:lvl5pPr marL="1828800" marR="0" indent="0" algn="l" rtl="0">
              <a:defRPr sz="1800" b="0" i="0" u="none" strike="noStrike" cap="none" baseline="0">
                <a:solidFill>
                  <a:schemeClr val="dk1"/>
                </a:solidFill>
                <a:latin typeface="Calibri"/>
                <a:ea typeface="Calibri"/>
                <a:cs typeface="Calibri"/>
                <a:sym typeface="Calibri"/>
              </a:defRPr>
            </a:lvl5pPr>
            <a:lvl6pPr marL="2286000" marR="0" indent="0" algn="l" rtl="0">
              <a:defRPr sz="1800" b="0" i="0" u="none" strike="noStrike" cap="none" baseline="0">
                <a:solidFill>
                  <a:schemeClr val="dk1"/>
                </a:solidFill>
                <a:latin typeface="Calibri"/>
                <a:ea typeface="Calibri"/>
                <a:cs typeface="Calibri"/>
                <a:sym typeface="Calibri"/>
              </a:defRPr>
            </a:lvl6pPr>
            <a:lvl7pPr marL="2743200" marR="0" indent="0" algn="l" rtl="0">
              <a:defRPr sz="1800" b="0" i="0" u="none" strike="noStrike" cap="none" baseline="0">
                <a:solidFill>
                  <a:schemeClr val="dk1"/>
                </a:solidFill>
                <a:latin typeface="Calibri"/>
                <a:ea typeface="Calibri"/>
                <a:cs typeface="Calibri"/>
                <a:sym typeface="Calibri"/>
              </a:defRPr>
            </a:lvl7pPr>
            <a:lvl8pPr marL="3200400" marR="0" indent="0" algn="l" rtl="0">
              <a:defRPr sz="1800" b="0" i="0" u="none" strike="noStrike" cap="none" baseline="0">
                <a:solidFill>
                  <a:schemeClr val="dk1"/>
                </a:solidFill>
                <a:latin typeface="Calibri"/>
                <a:ea typeface="Calibri"/>
                <a:cs typeface="Calibri"/>
                <a:sym typeface="Calibri"/>
              </a:defRPr>
            </a:lvl8pPr>
            <a:lvl9pPr marL="3657600" marR="0" indent="0" algn="l" rtl="0">
              <a:defRPr sz="1800" b="0" i="0" u="none" strike="noStrike" cap="none" baseline="0">
                <a:solidFill>
                  <a:schemeClr val="dk1"/>
                </a:solidFill>
                <a:latin typeface="Calibri"/>
                <a:ea typeface="Calibri"/>
                <a:cs typeface="Calibri"/>
                <a:sym typeface="Calibri"/>
              </a:defRPr>
            </a:lvl9pPr>
          </a:lstStyle>
          <a:p>
            <a:endParaRPr/>
          </a:p>
        </p:txBody>
      </p:sp>
      <p:sp>
        <p:nvSpPr>
          <p:cNvPr id="41" name="Shape 41"/>
          <p:cNvSpPr txBox="1">
            <a:spLocks noGrp="1"/>
          </p:cNvSpPr>
          <p:nvPr>
            <p:ph type="ftr" idx="11"/>
          </p:nvPr>
        </p:nvSpPr>
        <p:spPr>
          <a:xfrm>
            <a:off x="3124200" y="6356350"/>
            <a:ext cx="2895600" cy="365125"/>
          </a:xfrm>
          <a:prstGeom prst="rect">
            <a:avLst/>
          </a:prstGeom>
          <a:noFill/>
          <a:ln>
            <a:noFill/>
          </a:ln>
        </p:spPr>
        <p:txBody>
          <a:bodyPr lIns="91425" tIns="91425" rIns="91425" bIns="91425" anchor="t" anchorCtr="0"/>
          <a:lstStyle>
            <a:lvl1pPr marL="0" marR="0" indent="0" algn="l" rtl="0">
              <a:defRPr sz="1800" b="0" i="0" u="none" strike="noStrike" cap="none" baseline="0">
                <a:solidFill>
                  <a:schemeClr val="dk1"/>
                </a:solidFill>
                <a:latin typeface="Calibri"/>
                <a:ea typeface="Calibri"/>
                <a:cs typeface="Calibri"/>
                <a:sym typeface="Calibri"/>
              </a:defRPr>
            </a:lvl1pPr>
            <a:lvl2pPr marL="457200" marR="0" indent="0" algn="l" rtl="0">
              <a:defRPr sz="1800" b="0" i="0" u="none" strike="noStrike" cap="none" baseline="0">
                <a:solidFill>
                  <a:schemeClr val="dk1"/>
                </a:solidFill>
                <a:latin typeface="Calibri"/>
                <a:ea typeface="Calibri"/>
                <a:cs typeface="Calibri"/>
                <a:sym typeface="Calibri"/>
              </a:defRPr>
            </a:lvl2pPr>
            <a:lvl3pPr marL="914400" marR="0" indent="0" algn="l" rtl="0">
              <a:defRPr sz="1800" b="0" i="0" u="none" strike="noStrike" cap="none" baseline="0">
                <a:solidFill>
                  <a:schemeClr val="dk1"/>
                </a:solidFill>
                <a:latin typeface="Calibri"/>
                <a:ea typeface="Calibri"/>
                <a:cs typeface="Calibri"/>
                <a:sym typeface="Calibri"/>
              </a:defRPr>
            </a:lvl3pPr>
            <a:lvl4pPr marL="1371600" marR="0" indent="0" algn="l" rtl="0">
              <a:defRPr sz="1800" b="0" i="0" u="none" strike="noStrike" cap="none" baseline="0">
                <a:solidFill>
                  <a:schemeClr val="dk1"/>
                </a:solidFill>
                <a:latin typeface="Calibri"/>
                <a:ea typeface="Calibri"/>
                <a:cs typeface="Calibri"/>
                <a:sym typeface="Calibri"/>
              </a:defRPr>
            </a:lvl4pPr>
            <a:lvl5pPr marL="1828800" marR="0" indent="0" algn="l" rtl="0">
              <a:defRPr sz="1800" b="0" i="0" u="none" strike="noStrike" cap="none" baseline="0">
                <a:solidFill>
                  <a:schemeClr val="dk1"/>
                </a:solidFill>
                <a:latin typeface="Calibri"/>
                <a:ea typeface="Calibri"/>
                <a:cs typeface="Calibri"/>
                <a:sym typeface="Calibri"/>
              </a:defRPr>
            </a:lvl5pPr>
            <a:lvl6pPr marL="2286000" marR="0" indent="0" algn="l" rtl="0">
              <a:defRPr sz="1800" b="0" i="0" u="none" strike="noStrike" cap="none" baseline="0">
                <a:solidFill>
                  <a:schemeClr val="dk1"/>
                </a:solidFill>
                <a:latin typeface="Calibri"/>
                <a:ea typeface="Calibri"/>
                <a:cs typeface="Calibri"/>
                <a:sym typeface="Calibri"/>
              </a:defRPr>
            </a:lvl6pPr>
            <a:lvl7pPr marL="2743200" marR="0" indent="0" algn="l" rtl="0">
              <a:defRPr sz="1800" b="0" i="0" u="none" strike="noStrike" cap="none" baseline="0">
                <a:solidFill>
                  <a:schemeClr val="dk1"/>
                </a:solidFill>
                <a:latin typeface="Calibri"/>
                <a:ea typeface="Calibri"/>
                <a:cs typeface="Calibri"/>
                <a:sym typeface="Calibri"/>
              </a:defRPr>
            </a:lvl7pPr>
            <a:lvl8pPr marL="3200400" marR="0" indent="0" algn="l" rtl="0">
              <a:defRPr sz="1800" b="0" i="0" u="none" strike="noStrike" cap="none" baseline="0">
                <a:solidFill>
                  <a:schemeClr val="dk1"/>
                </a:solidFill>
                <a:latin typeface="Calibri"/>
                <a:ea typeface="Calibri"/>
                <a:cs typeface="Calibri"/>
                <a:sym typeface="Calibri"/>
              </a:defRPr>
            </a:lvl8pPr>
            <a:lvl9pPr marL="3657600" marR="0" indent="0" algn="l" rtl="0">
              <a:defRPr sz="1800" b="0" i="0" u="none" strike="noStrike" cap="none" baseline="0">
                <a:solidFill>
                  <a:schemeClr val="dk1"/>
                </a:solidFill>
                <a:latin typeface="Calibri"/>
                <a:ea typeface="Calibri"/>
                <a:cs typeface="Calibri"/>
                <a:sym typeface="Calibri"/>
              </a:defRPr>
            </a:lvl9pPr>
          </a:lstStyle>
          <a:p>
            <a:endParaRPr/>
          </a:p>
        </p:txBody>
      </p:sp>
      <p:sp>
        <p:nvSpPr>
          <p:cNvPr id="42" name="Shape 42"/>
          <p:cNvSpPr txBox="1">
            <a:spLocks noGrp="1"/>
          </p:cNvSpPr>
          <p:nvPr>
            <p:ph type="sldNum" idx="12"/>
          </p:nvPr>
        </p:nvSpPr>
        <p:spPr>
          <a:xfrm>
            <a:off x="6553200" y="6356350"/>
            <a:ext cx="2133599" cy="365125"/>
          </a:xfrm>
          <a:prstGeom prst="rect">
            <a:avLst/>
          </a:prstGeom>
          <a:noFill/>
          <a:ln>
            <a:noFill/>
          </a:ln>
        </p:spPr>
        <p:txBody>
          <a:bodyPr lIns="91425" tIns="91425" rIns="91425" bIns="91425" anchor="t" anchorCtr="0"/>
          <a:lstStyle>
            <a:lvl1pPr marL="0" marR="0" indent="0" algn="l" rtl="0">
              <a:defRPr sz="1800" b="0" i="0" u="none" strike="noStrike" cap="none" baseline="0">
                <a:solidFill>
                  <a:schemeClr val="dk1"/>
                </a:solidFill>
                <a:latin typeface="Calibri"/>
                <a:ea typeface="Calibri"/>
                <a:cs typeface="Calibri"/>
                <a:sym typeface="Calibri"/>
              </a:defRPr>
            </a:lvl1pPr>
            <a:lvl2pPr marL="457200" marR="0" indent="0" algn="l" rtl="0">
              <a:defRPr sz="1800" b="0" i="0" u="none" strike="noStrike" cap="none" baseline="0">
                <a:solidFill>
                  <a:schemeClr val="dk1"/>
                </a:solidFill>
                <a:latin typeface="Calibri"/>
                <a:ea typeface="Calibri"/>
                <a:cs typeface="Calibri"/>
                <a:sym typeface="Calibri"/>
              </a:defRPr>
            </a:lvl2pPr>
            <a:lvl3pPr marL="914400" marR="0" indent="0" algn="l" rtl="0">
              <a:defRPr sz="1800" b="0" i="0" u="none" strike="noStrike" cap="none" baseline="0">
                <a:solidFill>
                  <a:schemeClr val="dk1"/>
                </a:solidFill>
                <a:latin typeface="Calibri"/>
                <a:ea typeface="Calibri"/>
                <a:cs typeface="Calibri"/>
                <a:sym typeface="Calibri"/>
              </a:defRPr>
            </a:lvl3pPr>
            <a:lvl4pPr marL="1371600" marR="0" indent="0" algn="l" rtl="0">
              <a:defRPr sz="1800" b="0" i="0" u="none" strike="noStrike" cap="none" baseline="0">
                <a:solidFill>
                  <a:schemeClr val="dk1"/>
                </a:solidFill>
                <a:latin typeface="Calibri"/>
                <a:ea typeface="Calibri"/>
                <a:cs typeface="Calibri"/>
                <a:sym typeface="Calibri"/>
              </a:defRPr>
            </a:lvl4pPr>
            <a:lvl5pPr marL="1828800" marR="0" indent="0" algn="l" rtl="0">
              <a:defRPr sz="1800" b="0" i="0" u="none" strike="noStrike" cap="none" baseline="0">
                <a:solidFill>
                  <a:schemeClr val="dk1"/>
                </a:solidFill>
                <a:latin typeface="Calibri"/>
                <a:ea typeface="Calibri"/>
                <a:cs typeface="Calibri"/>
                <a:sym typeface="Calibri"/>
              </a:defRPr>
            </a:lvl5pPr>
            <a:lvl6pPr marL="2286000" marR="0" indent="0" algn="l" rtl="0">
              <a:defRPr sz="1800" b="0" i="0" u="none" strike="noStrike" cap="none" baseline="0">
                <a:solidFill>
                  <a:schemeClr val="dk1"/>
                </a:solidFill>
                <a:latin typeface="Calibri"/>
                <a:ea typeface="Calibri"/>
                <a:cs typeface="Calibri"/>
                <a:sym typeface="Calibri"/>
              </a:defRPr>
            </a:lvl6pPr>
            <a:lvl7pPr marL="2743200" marR="0" indent="0" algn="l" rtl="0">
              <a:defRPr sz="1800" b="0" i="0" u="none" strike="noStrike" cap="none" baseline="0">
                <a:solidFill>
                  <a:schemeClr val="dk1"/>
                </a:solidFill>
                <a:latin typeface="Calibri"/>
                <a:ea typeface="Calibri"/>
                <a:cs typeface="Calibri"/>
                <a:sym typeface="Calibri"/>
              </a:defRPr>
            </a:lvl7pPr>
            <a:lvl8pPr marL="3200400" marR="0" indent="0" algn="l" rtl="0">
              <a:defRPr sz="1800" b="0" i="0" u="none" strike="noStrike" cap="none" baseline="0">
                <a:solidFill>
                  <a:schemeClr val="dk1"/>
                </a:solidFill>
                <a:latin typeface="Calibri"/>
                <a:ea typeface="Calibri"/>
                <a:cs typeface="Calibri"/>
                <a:sym typeface="Calibri"/>
              </a:defRPr>
            </a:lvl8pPr>
            <a:lvl9pPr marL="3657600" marR="0" indent="0" algn="l" rtl="0">
              <a:defRPr sz="1800" b="0" i="0" u="none" strike="noStrike" cap="none" baseline="0">
                <a:solidFill>
                  <a:schemeClr val="dk1"/>
                </a:solidFill>
                <a:latin typeface="Calibri"/>
                <a:ea typeface="Calibri"/>
                <a:cs typeface="Calibri"/>
                <a:sym typeface="Calibri"/>
              </a:defRPr>
            </a:lvl9pPr>
          </a:lstStyle>
          <a:p>
            <a:endParaRPr/>
          </a:p>
        </p:txBody>
      </p:sp>
      <p:pic>
        <p:nvPicPr>
          <p:cNvPr id="43" name="Shape 43"/>
          <p:cNvPicPr preferRelativeResize="0"/>
          <p:nvPr/>
        </p:nvPicPr>
        <p:blipFill>
          <a:blip r:embed="rId2"/>
          <a:stretch>
            <a:fillRect/>
          </a:stretch>
        </p:blipFill>
        <p:spPr>
          <a:xfrm>
            <a:off x="7562850" y="457200"/>
            <a:ext cx="1428750" cy="400050"/>
          </a:xfrm>
          <a:prstGeom prst="rect">
            <a:avLst/>
          </a:prstGeom>
        </p:spPr>
      </p:pic>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stretch>
            <a:fillRect/>
          </a:stretch>
        </a:blip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457200" y="152400"/>
            <a:ext cx="8229600" cy="914400"/>
          </a:xfrm>
          <a:prstGeom prst="rect">
            <a:avLst/>
          </a:prstGeom>
          <a:noFill/>
          <a:ln>
            <a:noFill/>
          </a:ln>
        </p:spPr>
        <p:txBody>
          <a:bodyPr lIns="91425" tIns="91425" rIns="91425" bIns="91425" anchor="ctr" anchorCtr="0"/>
          <a:lstStyle>
            <a:lvl1pPr marL="0" marR="0" indent="0" algn="l" rtl="0">
              <a:spcBef>
                <a:spcPts val="0"/>
              </a:spcBef>
              <a:buClr>
                <a:srgbClr val="32469A"/>
              </a:buClr>
              <a:buFont typeface="Quattrocento Sans"/>
              <a:buNone/>
              <a:defRPr sz="4000" b="1" i="0" u="none" strike="noStrike" cap="none" baseline="0">
                <a:solidFill>
                  <a:srgbClr val="32469A"/>
                </a:solidFill>
                <a:latin typeface="Quattrocento Sans"/>
                <a:ea typeface="Quattrocento Sans"/>
                <a:cs typeface="Quattrocento Sans"/>
                <a:sym typeface="Quattrocento Sans"/>
              </a:defRPr>
            </a:lvl1pPr>
            <a:lvl2pPr marL="0" marR="0" indent="0" algn="l" rtl="0">
              <a:defRPr/>
            </a:lvl2pPr>
            <a:lvl3pPr marL="0" marR="0" indent="0" algn="l" rtl="0">
              <a:defRPr/>
            </a:lvl3pPr>
            <a:lvl4pPr marL="0" marR="0" indent="0" algn="l" rtl="0">
              <a:defRPr/>
            </a:lvl4pPr>
            <a:lvl5pPr marL="0" marR="0" indent="0" algn="l" rtl="0">
              <a:defRPr/>
            </a:lvl5pPr>
            <a:lvl6pPr marL="0" marR="0" indent="0" algn="l" rtl="0">
              <a:defRPr/>
            </a:lvl6pPr>
            <a:lvl7pPr marL="0" marR="0" indent="0" algn="l" rtl="0">
              <a:defRPr/>
            </a:lvl7pPr>
            <a:lvl8pPr marL="0" marR="0" indent="0" algn="l" rtl="0">
              <a:defRPr/>
            </a:lvl8pPr>
            <a:lvl9pPr marL="0" marR="0" indent="0" algn="l" rtl="0">
              <a:defRPr/>
            </a:lvl9pPr>
          </a:lstStyle>
          <a:p>
            <a:endParaRPr/>
          </a:p>
        </p:txBody>
      </p:sp>
      <p:sp>
        <p:nvSpPr>
          <p:cNvPr id="10" name="Shape 10"/>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28600" marR="0" indent="-25400" algn="l" rtl="0">
              <a:spcBef>
                <a:spcPts val="640"/>
              </a:spcBef>
              <a:buClr>
                <a:srgbClr val="32469A"/>
              </a:buClr>
              <a:buFont typeface="Quattrocento Sans"/>
              <a:buChar char="▪"/>
              <a:defRPr sz="3200" b="0" i="0" u="none" strike="noStrike" cap="none" baseline="0">
                <a:solidFill>
                  <a:schemeClr val="dk1"/>
                </a:solidFill>
                <a:latin typeface="Quattrocento Sans"/>
                <a:ea typeface="Quattrocento Sans"/>
                <a:cs typeface="Quattrocento Sans"/>
                <a:sym typeface="Quattrocento Sans"/>
              </a:defRPr>
            </a:lvl1pPr>
            <a:lvl2pPr marL="628650" marR="0" indent="-107950" algn="l" rtl="0">
              <a:spcBef>
                <a:spcPts val="560"/>
              </a:spcBef>
              <a:buClr>
                <a:schemeClr val="dk1"/>
              </a:buClr>
              <a:buFont typeface="Quattrocento Sans"/>
              <a:buChar char="–"/>
              <a:defRPr sz="2800" b="0" i="0" u="none" strike="noStrike" cap="none" baseline="0">
                <a:solidFill>
                  <a:schemeClr val="dk1"/>
                </a:solidFill>
                <a:latin typeface="Quattrocento Sans"/>
                <a:ea typeface="Quattrocento Sans"/>
                <a:cs typeface="Quattrocento Sans"/>
                <a:sym typeface="Quattrocento Sans"/>
              </a:defRPr>
            </a:lvl2pPr>
            <a:lvl3pPr marL="971550" marR="0" indent="-19050" algn="l" rtl="0">
              <a:spcBef>
                <a:spcPts val="480"/>
              </a:spcBef>
              <a:buClr>
                <a:schemeClr val="dk1"/>
              </a:buClr>
              <a:buFont typeface="Quattrocento Sans"/>
              <a:buChar char="▪"/>
              <a:defRPr sz="2400" b="0" i="0" u="none" strike="noStrike" cap="none" baseline="0">
                <a:solidFill>
                  <a:schemeClr val="dk1"/>
                </a:solidFill>
                <a:latin typeface="Quattrocento Sans"/>
                <a:ea typeface="Quattrocento Sans"/>
                <a:cs typeface="Quattrocento Sans"/>
                <a:sym typeface="Quattrocento Sans"/>
              </a:defRPr>
            </a:lvl3pPr>
            <a:lvl4pPr marL="1257300" marR="0" indent="-101600" algn="l" rtl="0">
              <a:spcBef>
                <a:spcPts val="400"/>
              </a:spcBef>
              <a:buClr>
                <a:schemeClr val="dk1"/>
              </a:buClr>
              <a:buFont typeface="Quattrocento Sans"/>
              <a:buChar char="–"/>
              <a:defRPr sz="2000" b="0" i="0" u="none" strike="noStrike" cap="none" baseline="0">
                <a:solidFill>
                  <a:schemeClr val="dk1"/>
                </a:solidFill>
                <a:latin typeface="Quattrocento Sans"/>
                <a:ea typeface="Quattrocento Sans"/>
                <a:cs typeface="Quattrocento Sans"/>
                <a:sym typeface="Quattrocento Sans"/>
              </a:defRPr>
            </a:lvl4pPr>
            <a:lvl5pPr marL="1485900" marR="0" indent="-101600" algn="l" rtl="0">
              <a:spcBef>
                <a:spcPts val="400"/>
              </a:spcBef>
              <a:buClr>
                <a:schemeClr val="dk1"/>
              </a:buClr>
              <a:buFont typeface="Quattrocento Sans"/>
              <a:buChar char="»"/>
              <a:defRPr sz="2000" b="0" i="0" u="none" strike="noStrike" cap="none" baseline="0">
                <a:solidFill>
                  <a:schemeClr val="dk1"/>
                </a:solidFill>
                <a:latin typeface="Quattrocento Sans"/>
                <a:ea typeface="Quattrocento Sans"/>
                <a:cs typeface="Quattrocento Sans"/>
                <a:sym typeface="Quattrocento Sans"/>
              </a:defRPr>
            </a:lvl5pPr>
            <a:lvl6pPr marL="2514600" marR="0" indent="-101600" algn="l" rtl="0">
              <a:spcBef>
                <a:spcPts val="400"/>
              </a:spcBef>
              <a:buClr>
                <a:schemeClr val="dk1"/>
              </a:buClr>
              <a:buFont typeface="Calibri"/>
              <a:buChar char="•"/>
              <a:defRPr sz="2000" b="0" i="0" u="none" strike="noStrike" cap="none" baseline="0">
                <a:solidFill>
                  <a:schemeClr val="dk1"/>
                </a:solidFill>
                <a:latin typeface="Calibri"/>
                <a:ea typeface="Calibri"/>
                <a:cs typeface="Calibri"/>
                <a:sym typeface="Calibri"/>
              </a:defRPr>
            </a:lvl6pPr>
            <a:lvl7pPr marL="2971800" marR="0" indent="-101600" algn="l" rtl="0">
              <a:spcBef>
                <a:spcPts val="400"/>
              </a:spcBef>
              <a:buClr>
                <a:schemeClr val="dk1"/>
              </a:buClr>
              <a:buFont typeface="Calibri"/>
              <a:buChar char="•"/>
              <a:defRPr sz="2000" b="0" i="0" u="none" strike="noStrike" cap="none" baseline="0">
                <a:solidFill>
                  <a:schemeClr val="dk1"/>
                </a:solidFill>
                <a:latin typeface="Calibri"/>
                <a:ea typeface="Calibri"/>
                <a:cs typeface="Calibri"/>
                <a:sym typeface="Calibri"/>
              </a:defRPr>
            </a:lvl7pPr>
            <a:lvl8pPr marL="3429000" marR="0" indent="-101600" algn="l" rtl="0">
              <a:spcBef>
                <a:spcPts val="400"/>
              </a:spcBef>
              <a:buClr>
                <a:schemeClr val="dk1"/>
              </a:buClr>
              <a:buFont typeface="Calibri"/>
              <a:buChar char="•"/>
              <a:defRPr sz="2000" b="0" i="0" u="none" strike="noStrike" cap="none" baseline="0">
                <a:solidFill>
                  <a:schemeClr val="dk1"/>
                </a:solidFill>
                <a:latin typeface="Calibri"/>
                <a:ea typeface="Calibri"/>
                <a:cs typeface="Calibri"/>
                <a:sym typeface="Calibri"/>
              </a:defRPr>
            </a:lvl8pPr>
            <a:lvl9pPr marL="3886200" marR="0" indent="-101600" algn="l" rtl="0">
              <a:spcBef>
                <a:spcPts val="400"/>
              </a:spcBef>
              <a:buClr>
                <a:schemeClr val="dk1"/>
              </a:buClr>
              <a:buFont typeface="Calibri"/>
              <a:buChar char="•"/>
              <a:defRPr sz="2000" b="0" i="0" u="none" strike="noStrike" cap="none" baseline="0">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Lst>
  <p:transition spd="med">
    <p:fade/>
  </p:transition>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Shape 45"/>
          <p:cNvSpPr txBox="1">
            <a:spLocks noGrp="1"/>
          </p:cNvSpPr>
          <p:nvPr>
            <p:ph type="ctrTitle"/>
          </p:nvPr>
        </p:nvSpPr>
        <p:spPr>
          <a:xfrm>
            <a:off x="611560" y="2708920"/>
            <a:ext cx="7924799" cy="1447800"/>
          </a:xfrm>
          <a:prstGeom prst="rect">
            <a:avLst/>
          </a:prstGeom>
          <a:noFill/>
          <a:ln>
            <a:noFill/>
          </a:ln>
        </p:spPr>
        <p:txBody>
          <a:bodyPr lIns="91425" tIns="45700" rIns="91425" bIns="45700" anchor="ctr" anchorCtr="0">
            <a:noAutofit/>
          </a:bodyPr>
          <a:lstStyle/>
          <a:p>
            <a:r>
              <a:rPr lang="en-US">
                <a:cs typeface="Times New Roman" pitchFamily="18" charset="0"/>
              </a:rPr>
              <a:t>Defect Reporting and Tracking</a:t>
            </a:r>
            <a:endParaRPr>
              <a:cs typeface="Times New Roman" pitchFamily="18" charset="0"/>
            </a:endParaRPr>
          </a:p>
        </p:txBody>
      </p:sp>
      <p:sp>
        <p:nvSpPr>
          <p:cNvPr id="47" name="Shape 47"/>
          <p:cNvSpPr txBox="1"/>
          <p:nvPr/>
        </p:nvSpPr>
        <p:spPr>
          <a:xfrm>
            <a:off x="6553200" y="5877272"/>
            <a:ext cx="2209799" cy="955902"/>
          </a:xfrm>
          <a:prstGeom prst="rect">
            <a:avLst/>
          </a:prstGeom>
          <a:noFill/>
          <a:ln>
            <a:noFill/>
          </a:ln>
        </p:spPr>
        <p:txBody>
          <a:bodyPr lIns="91425" tIns="45700" rIns="91425" bIns="45700" anchor="t" anchorCtr="0">
            <a:noAutofit/>
          </a:bodyPr>
          <a:lstStyle/>
          <a:p>
            <a:pPr marL="0" marR="0" lvl="0" indent="0" algn="r" rtl="0">
              <a:spcBef>
                <a:spcPts val="0"/>
              </a:spcBef>
              <a:buSzPct val="25000"/>
              <a:buNone/>
            </a:pPr>
            <a:r>
              <a:rPr lang="en-US" sz="1600" smtClean="0">
                <a:solidFill>
                  <a:srgbClr val="B7CCE4"/>
                </a:solidFill>
                <a:latin typeface="Times New Roman" pitchFamily="18" charset="0"/>
                <a:ea typeface="Quattrocento Sans"/>
                <a:cs typeface="Times New Roman" pitchFamily="18" charset="0"/>
                <a:sym typeface="Quattrocento Sans"/>
              </a:rPr>
              <a:t>Igor </a:t>
            </a:r>
            <a:r>
              <a:rPr lang="en-US" sz="1600" err="1" smtClean="0">
                <a:solidFill>
                  <a:srgbClr val="B7CCE4"/>
                </a:solidFill>
                <a:latin typeface="Times New Roman" pitchFamily="18" charset="0"/>
                <a:ea typeface="Quattrocento Sans"/>
                <a:cs typeface="Times New Roman" pitchFamily="18" charset="0"/>
                <a:sym typeface="Quattrocento Sans"/>
              </a:rPr>
              <a:t>Vysotskiy</a:t>
            </a:r>
            <a:endParaRPr lang="en-US" sz="1600" smtClean="0">
              <a:solidFill>
                <a:srgbClr val="B7CCE4"/>
              </a:solidFill>
              <a:latin typeface="Times New Roman" pitchFamily="18" charset="0"/>
              <a:ea typeface="Quattrocento Sans"/>
              <a:cs typeface="Times New Roman" pitchFamily="18" charset="0"/>
              <a:sym typeface="Quattrocento Sans"/>
            </a:endParaRPr>
          </a:p>
          <a:p>
            <a:pPr marL="0" marR="0" lvl="0" indent="0" algn="r" rtl="0">
              <a:spcBef>
                <a:spcPts val="0"/>
              </a:spcBef>
              <a:buSzPct val="25000"/>
              <a:buNone/>
            </a:pPr>
            <a:r>
              <a:rPr lang="en-US" sz="1600" smtClean="0">
                <a:solidFill>
                  <a:srgbClr val="B7CCE4"/>
                </a:solidFill>
                <a:latin typeface="Times New Roman" pitchFamily="18" charset="0"/>
                <a:ea typeface="Quattrocento Sans"/>
                <a:cs typeface="Times New Roman" pitchFamily="18" charset="0"/>
                <a:sym typeface="Quattrocento Sans"/>
              </a:rPr>
              <a:t>June</a:t>
            </a:r>
            <a:endParaRPr lang="en-US" sz="1600">
              <a:solidFill>
                <a:srgbClr val="B7CCE4"/>
              </a:solidFill>
              <a:latin typeface="Times New Roman" pitchFamily="18" charset="0"/>
              <a:ea typeface="Quattrocento Sans"/>
              <a:cs typeface="Times New Roman" pitchFamily="18" charset="0"/>
              <a:sym typeface="Quattrocento Sans"/>
            </a:endParaRPr>
          </a:p>
          <a:p>
            <a:pPr marL="0" marR="0" lvl="0" indent="0" algn="r" rtl="0">
              <a:buSzPct val="25000"/>
              <a:buNone/>
            </a:pPr>
            <a:r>
              <a:rPr lang="en-US" sz="1600" b="0" i="0" u="none" strike="noStrike" cap="none" baseline="0" smtClean="0">
                <a:solidFill>
                  <a:srgbClr val="B7CCE4"/>
                </a:solidFill>
                <a:latin typeface="Times New Roman" pitchFamily="18" charset="0"/>
                <a:ea typeface="Quattrocento Sans"/>
                <a:cs typeface="Times New Roman" pitchFamily="18" charset="0"/>
                <a:sym typeface="Quattrocento Sans"/>
              </a:rPr>
              <a:t>2014</a:t>
            </a:r>
            <a:endParaRPr lang="en-US" sz="1600" b="0" i="0" u="none" strike="noStrike" cap="none" baseline="0">
              <a:solidFill>
                <a:srgbClr val="B7CCE4"/>
              </a:solidFill>
              <a:latin typeface="Times New Roman" pitchFamily="18" charset="0"/>
              <a:ea typeface="Quattrocento Sans"/>
              <a:cs typeface="Times New Roman" pitchFamily="18" charset="0"/>
              <a:sym typeface="Quattrocento Sans"/>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Shape 52"/>
          <p:cNvSpPr txBox="1">
            <a:spLocks noGrp="1"/>
          </p:cNvSpPr>
          <p:nvPr>
            <p:ph type="title"/>
          </p:nvPr>
        </p:nvSpPr>
        <p:spPr>
          <a:xfrm>
            <a:off x="457200" y="152400"/>
            <a:ext cx="8229600" cy="914400"/>
          </a:xfrm>
          <a:prstGeom prst="rect">
            <a:avLst/>
          </a:prstGeom>
          <a:noFill/>
          <a:ln>
            <a:noFill/>
          </a:ln>
        </p:spPr>
        <p:txBody>
          <a:bodyPr lIns="91425" tIns="45700" rIns="91425" bIns="45700" anchor="ctr" anchorCtr="0">
            <a:noAutofit/>
          </a:bodyPr>
          <a:lstStyle/>
          <a:p>
            <a:pPr marL="0" marR="0" lvl="0" indent="0" algn="ctr" rtl="0">
              <a:spcBef>
                <a:spcPts val="0"/>
              </a:spcBef>
              <a:buClr>
                <a:srgbClr val="32469A"/>
              </a:buClr>
              <a:buSzPct val="25000"/>
              <a:buFont typeface="Quattrocento Sans"/>
              <a:buNone/>
            </a:pPr>
            <a:r>
              <a:rPr lang="en-US" sz="4000" b="1" i="0" u="none" strike="noStrike" cap="none" baseline="0">
                <a:solidFill>
                  <a:srgbClr val="32469A"/>
                </a:solidFill>
                <a:latin typeface="Quattrocento Sans"/>
                <a:ea typeface="Quattrocento Sans"/>
                <a:cs typeface="Quattrocento Sans"/>
                <a:sym typeface="Quattrocento Sans"/>
              </a:rPr>
              <a:t>Agenda</a:t>
            </a:r>
          </a:p>
        </p:txBody>
      </p:sp>
      <p:sp>
        <p:nvSpPr>
          <p:cNvPr id="53" name="Shape 53"/>
          <p:cNvSpPr txBox="1">
            <a:spLocks noGrp="1"/>
          </p:cNvSpPr>
          <p:nvPr>
            <p:ph type="body" idx="1"/>
          </p:nvPr>
        </p:nvSpPr>
        <p:spPr>
          <a:xfrm>
            <a:off x="457200" y="1447800"/>
            <a:ext cx="8229600" cy="4525963"/>
          </a:xfrm>
          <a:prstGeom prst="rect">
            <a:avLst/>
          </a:prstGeom>
          <a:noFill/>
          <a:ln>
            <a:noFill/>
          </a:ln>
        </p:spPr>
        <p:txBody>
          <a:bodyPr lIns="91425" tIns="45700" rIns="91425" bIns="45700" anchor="t" anchorCtr="0">
            <a:noAutofit/>
          </a:bodyPr>
          <a:lstStyle/>
          <a:p>
            <a:pPr marL="717550" indent="-514350">
              <a:buFont typeface="+mj-lt"/>
              <a:buAutoNum type="arabicPeriod"/>
            </a:pPr>
            <a:r>
              <a:rPr lang="en-US" sz="2000" b="1" smtClean="0">
                <a:ea typeface="Adobe Gothic Std B" pitchFamily="34" charset="-128"/>
                <a:cs typeface="Times New Roman" pitchFamily="18" charset="0"/>
              </a:rPr>
              <a:t> What </a:t>
            </a:r>
            <a:r>
              <a:rPr lang="en-US" sz="2000" b="1" smtClean="0">
                <a:ea typeface="Adobe Gothic Std B" pitchFamily="34" charset="-128"/>
                <a:cs typeface="Times New Roman" pitchFamily="18" charset="0"/>
              </a:rPr>
              <a:t>is Bug</a:t>
            </a:r>
          </a:p>
          <a:p>
            <a:pPr marL="717550" indent="-514350">
              <a:buFont typeface="+mj-lt"/>
              <a:buAutoNum type="arabicPeriod"/>
            </a:pPr>
            <a:r>
              <a:rPr lang="en-US" sz="2000" b="1">
                <a:ea typeface="Adobe Gothic Std B" pitchFamily="34" charset="-128"/>
                <a:cs typeface="Times New Roman" pitchFamily="18" charset="0"/>
              </a:rPr>
              <a:t> </a:t>
            </a:r>
            <a:r>
              <a:rPr lang="en-US" sz="2000" b="1" smtClean="0">
                <a:ea typeface="Adobe Gothic Std B" pitchFamily="34" charset="-128"/>
                <a:cs typeface="Times New Roman" pitchFamily="18" charset="0"/>
              </a:rPr>
              <a:t>Defect Report</a:t>
            </a:r>
          </a:p>
          <a:p>
            <a:pPr marL="717550" indent="-514350">
              <a:buFont typeface="+mj-lt"/>
              <a:buAutoNum type="arabicPeriod"/>
            </a:pPr>
            <a:r>
              <a:rPr lang="en-US" sz="2000" b="1" smtClean="0">
                <a:ea typeface="Adobe Gothic Std B" pitchFamily="34" charset="-128"/>
                <a:cs typeface="Times New Roman" pitchFamily="18" charset="0"/>
              </a:rPr>
              <a:t> Structure</a:t>
            </a:r>
          </a:p>
          <a:p>
            <a:pPr marL="717550" indent="-514350">
              <a:buFont typeface="+mj-lt"/>
              <a:buAutoNum type="arabicPeriod"/>
            </a:pPr>
            <a:r>
              <a:rPr lang="en-US" sz="2000" b="1" smtClean="0">
                <a:ea typeface="Adobe Gothic Std B" pitchFamily="34" charset="-128"/>
                <a:cs typeface="Times New Roman" pitchFamily="18" charset="0"/>
              </a:rPr>
              <a:t> Life cycle of Bug</a:t>
            </a:r>
          </a:p>
          <a:p>
            <a:pPr marL="717550" indent="-514350">
              <a:buFont typeface="+mj-lt"/>
              <a:buAutoNum type="arabicPeriod"/>
            </a:pPr>
            <a:r>
              <a:rPr lang="en-US" sz="2000" b="1">
                <a:ea typeface="Adobe Gothic Std B" pitchFamily="34" charset="-128"/>
                <a:cs typeface="Times New Roman" pitchFamily="18" charset="0"/>
              </a:rPr>
              <a:t> </a:t>
            </a:r>
            <a:r>
              <a:rPr lang="en-US" sz="2000" b="1" smtClean="0">
                <a:ea typeface="Adobe Gothic Std B" pitchFamily="34" charset="-128"/>
                <a:cs typeface="Times New Roman" pitchFamily="18" charset="0"/>
              </a:rPr>
              <a:t>Bug Tracking</a:t>
            </a:r>
          </a:p>
          <a:p>
            <a:pPr marL="717550" indent="-514350">
              <a:buFont typeface="+mj-lt"/>
              <a:buAutoNum type="arabicPeriod"/>
            </a:pPr>
            <a:r>
              <a:rPr lang="en-US" sz="2000" b="1" smtClean="0">
                <a:ea typeface="Adobe Gothic Std B" pitchFamily="34" charset="-128"/>
                <a:cs typeface="Times New Roman" pitchFamily="18" charset="0"/>
              </a:rPr>
              <a:t> Conclusion</a:t>
            </a:r>
          </a:p>
          <a:p>
            <a:pPr marL="717550" indent="-514350">
              <a:buFont typeface="+mj-lt"/>
              <a:buAutoNum type="arabicPeriod"/>
            </a:pPr>
            <a:r>
              <a:rPr lang="en-US" sz="2000" b="1" smtClean="0">
                <a:ea typeface="Adobe Gothic Std B" pitchFamily="34" charset="-128"/>
                <a:cs typeface="Times New Roman" pitchFamily="18" charset="0"/>
              </a:rPr>
              <a:t> Examples</a:t>
            </a:r>
          </a:p>
          <a:p>
            <a:pPr marL="717550" indent="-514350">
              <a:buFont typeface="+mj-lt"/>
              <a:buAutoNum type="arabicPeriod"/>
            </a:pPr>
            <a:endParaRPr lang="en-US" sz="2400" smtClean="0"/>
          </a:p>
          <a:p>
            <a:pPr marL="203200" indent="0">
              <a:buNone/>
            </a:pPr>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Shape 63"/>
          <p:cNvSpPr txBox="1">
            <a:spLocks noGrp="1"/>
          </p:cNvSpPr>
          <p:nvPr>
            <p:ph type="title"/>
          </p:nvPr>
        </p:nvSpPr>
        <p:spPr>
          <a:xfrm>
            <a:off x="457200" y="152400"/>
            <a:ext cx="8229600" cy="914400"/>
          </a:xfrm>
          <a:prstGeom prst="rect">
            <a:avLst/>
          </a:prstGeom>
          <a:noFill/>
          <a:ln>
            <a:noFill/>
          </a:ln>
        </p:spPr>
        <p:txBody>
          <a:bodyPr lIns="91425" tIns="45700" rIns="91425" bIns="45700" anchor="ctr" anchorCtr="0">
            <a:noAutofit/>
          </a:bodyPr>
          <a:lstStyle/>
          <a:p>
            <a:r>
              <a:rPr lang="en-US" smtClean="0">
                <a:latin typeface="Century Gothic" panose="020B0502020202020204" pitchFamily="34" charset="0"/>
              </a:rPr>
              <a:t>What is Bug</a:t>
            </a:r>
            <a:endParaRPr>
              <a:latin typeface="Century Gothic" panose="020B0502020202020204" pitchFamily="34" charset="0"/>
            </a:endParaRPr>
          </a:p>
        </p:txBody>
      </p:sp>
      <p:sp>
        <p:nvSpPr>
          <p:cNvPr id="64" name="Shape 64"/>
          <p:cNvSpPr txBox="1">
            <a:spLocks noGrp="1"/>
          </p:cNvSpPr>
          <p:nvPr>
            <p:ph type="body" idx="1"/>
          </p:nvPr>
        </p:nvSpPr>
        <p:spPr>
          <a:xfrm>
            <a:off x="457200" y="1447800"/>
            <a:ext cx="8229600" cy="4525963"/>
          </a:xfrm>
          <a:prstGeom prst="rect">
            <a:avLst/>
          </a:prstGeom>
          <a:noFill/>
          <a:ln>
            <a:noFill/>
          </a:ln>
        </p:spPr>
        <p:txBody>
          <a:bodyPr lIns="91425" tIns="45700" rIns="91425" bIns="45700" anchor="t" anchorCtr="0">
            <a:noAutofit/>
          </a:bodyPr>
          <a:lstStyle/>
          <a:p>
            <a:pPr marL="203200" indent="0">
              <a:buNone/>
            </a:pPr>
            <a:r>
              <a:rPr lang="en-US" sz="1600" smtClean="0">
                <a:cs typeface="Times New Roman" panose="02020603050405020304" pitchFamily="18" charset="0"/>
              </a:rPr>
              <a:t>In </a:t>
            </a:r>
            <a:r>
              <a:rPr lang="uk-UA" sz="1600" smtClean="0">
                <a:cs typeface="Times New Roman" panose="02020603050405020304" pitchFamily="18" charset="0"/>
              </a:rPr>
              <a:t>testing</a:t>
            </a:r>
            <a:r>
              <a:rPr lang="en-US" sz="1600" smtClean="0">
                <a:cs typeface="Times New Roman" panose="02020603050405020304" pitchFamily="18" charset="0"/>
              </a:rPr>
              <a:t> process</a:t>
            </a:r>
            <a:r>
              <a:rPr lang="uk-UA" sz="1600" smtClean="0">
                <a:cs typeface="Times New Roman" panose="02020603050405020304" pitchFamily="18" charset="0"/>
              </a:rPr>
              <a:t> </a:t>
            </a:r>
            <a:r>
              <a:rPr lang="uk-UA" sz="1600">
                <a:cs typeface="Times New Roman" panose="02020603050405020304" pitchFamily="18" charset="0"/>
              </a:rPr>
              <a:t>when a tester executes the test cases he might observe that the actual test results do not match from the expected results. The variation in the expected and actual results is known as </a:t>
            </a:r>
            <a:r>
              <a:rPr lang="uk-UA" sz="1600" smtClean="0">
                <a:cs typeface="Times New Roman" panose="02020603050405020304" pitchFamily="18" charset="0"/>
              </a:rPr>
              <a:t>defects</a:t>
            </a:r>
            <a:r>
              <a:rPr lang="en-US" sz="1600" smtClean="0">
                <a:cs typeface="Times New Roman" panose="02020603050405020304" pitchFamily="18" charset="0"/>
              </a:rPr>
              <a:t>, or bug.</a:t>
            </a:r>
            <a:r>
              <a:rPr lang="uk-UA" sz="1600" smtClean="0">
                <a:cs typeface="Times New Roman" panose="02020603050405020304" pitchFamily="18" charset="0"/>
              </a:rPr>
              <a:t> </a:t>
            </a:r>
            <a:endParaRPr lang="en-US" sz="1600" smtClean="0">
              <a:cs typeface="Times New Roman" panose="02020603050405020304" pitchFamily="18" charset="0"/>
            </a:endParaRPr>
          </a:p>
          <a:p>
            <a:pPr marL="203200" indent="0">
              <a:buNone/>
            </a:pPr>
            <a:r>
              <a:rPr lang="en-US" sz="1600" smtClean="0">
                <a:cs typeface="Times New Roman" panose="02020603050405020304" pitchFamily="18" charset="0"/>
              </a:rPr>
              <a:t>Term </a:t>
            </a:r>
            <a:r>
              <a:rPr lang="en-US" sz="1600">
                <a:cs typeface="Times New Roman" panose="02020603050405020304" pitchFamily="18" charset="0"/>
              </a:rPr>
              <a:t>"</a:t>
            </a:r>
            <a:r>
              <a:rPr lang="en-US" sz="1600" smtClean="0">
                <a:cs typeface="Times New Roman" panose="02020603050405020304" pitchFamily="18" charset="0"/>
              </a:rPr>
              <a:t>bug“ used </a:t>
            </a:r>
            <a:r>
              <a:rPr lang="en-US" sz="1600">
                <a:cs typeface="Times New Roman" panose="02020603050405020304" pitchFamily="18" charset="0"/>
              </a:rPr>
              <a:t>to describe inexplicable defects has been a part of engineering jargon for many decades and predates computers and computer software; it may have originally been used in hardware engineering to describe mechanical </a:t>
            </a:r>
            <a:r>
              <a:rPr lang="en-US" sz="1600" smtClean="0">
                <a:cs typeface="Times New Roman" panose="02020603050405020304" pitchFamily="18" charset="0"/>
              </a:rPr>
              <a:t>malfunctions.</a:t>
            </a:r>
            <a:endParaRPr lang="en-US" sz="1600">
              <a:cs typeface="Times New Roman" panose="02020603050405020304" pitchFamily="18" charset="0"/>
            </a:endParaRPr>
          </a:p>
          <a:p>
            <a:pPr marL="203200" indent="0">
              <a:buNone/>
            </a:pPr>
            <a:endParaRPr sz="1100">
              <a:latin typeface="Century Gothic" panose="020B0502020202020204" pitchFamily="34" charset="0"/>
            </a:endParaRPr>
          </a:p>
        </p:txBody>
      </p:sp>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3450694"/>
            <a:ext cx="5238750" cy="1504950"/>
          </a:xfrm>
          <a:prstGeom prst="rect">
            <a:avLst/>
          </a:prstGeom>
        </p:spPr>
      </p:pic>
      <p:sp>
        <p:nvSpPr>
          <p:cNvPr id="4" name="Прямоугольник 3"/>
          <p:cNvSpPr/>
          <p:nvPr/>
        </p:nvSpPr>
        <p:spPr>
          <a:xfrm>
            <a:off x="2097063" y="5301208"/>
            <a:ext cx="4572000" cy="646331"/>
          </a:xfrm>
          <a:prstGeom prst="rect">
            <a:avLst/>
          </a:prstGeom>
        </p:spPr>
        <p:txBody>
          <a:bodyPr>
            <a:spAutoFit/>
          </a:bodyPr>
          <a:lstStyle/>
          <a:p>
            <a:pPr marL="203200" algn="ctr"/>
            <a:r>
              <a:rPr lang="en-US" sz="1800" b="1">
                <a:solidFill>
                  <a:schemeClr val="dk1"/>
                </a:solidFill>
                <a:latin typeface="Quattrocento Sans"/>
                <a:ea typeface="Quattrocento Sans"/>
                <a:cs typeface="Times New Roman" panose="02020603050405020304" pitchFamily="18" charset="0"/>
                <a:sym typeface="Quattrocento Sans"/>
              </a:rPr>
              <a:t>Defect</a:t>
            </a:r>
            <a:r>
              <a:rPr lang="en-US" sz="1800">
                <a:solidFill>
                  <a:schemeClr val="dk1"/>
                </a:solidFill>
                <a:latin typeface="Quattrocento Sans"/>
                <a:ea typeface="Quattrocento Sans"/>
                <a:cs typeface="Times New Roman" panose="02020603050405020304" pitchFamily="18" charset="0"/>
                <a:sym typeface="Quattrocento Sans"/>
              </a:rPr>
              <a:t>  is difference between expected and actual result</a:t>
            </a: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Shape 74"/>
          <p:cNvSpPr txBox="1">
            <a:spLocks noGrp="1"/>
          </p:cNvSpPr>
          <p:nvPr>
            <p:ph type="title"/>
          </p:nvPr>
        </p:nvSpPr>
        <p:spPr>
          <a:xfrm>
            <a:off x="457200" y="152400"/>
            <a:ext cx="8229600" cy="914400"/>
          </a:xfrm>
          <a:prstGeom prst="rect">
            <a:avLst/>
          </a:prstGeom>
          <a:noFill/>
          <a:ln>
            <a:noFill/>
          </a:ln>
        </p:spPr>
        <p:txBody>
          <a:bodyPr lIns="91425" tIns="45700" rIns="91425" bIns="45700" anchor="ctr" anchorCtr="0">
            <a:noAutofit/>
          </a:bodyPr>
          <a:lstStyle/>
          <a:p>
            <a:r>
              <a:rPr lang="en-US" smtClean="0"/>
              <a:t>Defect Report</a:t>
            </a:r>
            <a:endParaRPr/>
          </a:p>
        </p:txBody>
      </p:sp>
      <p:sp>
        <p:nvSpPr>
          <p:cNvPr id="75" name="Shape 75"/>
          <p:cNvSpPr txBox="1">
            <a:spLocks noGrp="1"/>
          </p:cNvSpPr>
          <p:nvPr>
            <p:ph type="body" idx="1"/>
          </p:nvPr>
        </p:nvSpPr>
        <p:spPr>
          <a:xfrm>
            <a:off x="457200" y="1447800"/>
            <a:ext cx="8229600" cy="4526100"/>
          </a:xfrm>
          <a:prstGeom prst="rect">
            <a:avLst/>
          </a:prstGeom>
          <a:noFill/>
          <a:ln>
            <a:noFill/>
          </a:ln>
        </p:spPr>
        <p:txBody>
          <a:bodyPr lIns="91425" tIns="45700" rIns="91425" bIns="45700" anchor="t" anchorCtr="0">
            <a:noAutofit/>
          </a:bodyPr>
          <a:lstStyle/>
          <a:p>
            <a:pPr marL="203200" indent="0">
              <a:buNone/>
            </a:pPr>
            <a:r>
              <a:rPr lang="en-US" sz="1600">
                <a:cs typeface="Times New Roman" panose="02020603050405020304" pitchFamily="18" charset="0"/>
              </a:rPr>
              <a:t>A major test objective is to identify defects. Once identified, defects need to be recorded, monitored, reported and </a:t>
            </a:r>
            <a:r>
              <a:rPr lang="en-US" sz="1600" smtClean="0">
                <a:cs typeface="Times New Roman" panose="02020603050405020304" pitchFamily="18" charset="0"/>
              </a:rPr>
              <a:t>corrected.</a:t>
            </a:r>
          </a:p>
          <a:p>
            <a:pPr marL="203200" lvl="6" indent="0">
              <a:spcBef>
                <a:spcPts val="640"/>
              </a:spcBef>
              <a:buClr>
                <a:srgbClr val="32469A"/>
              </a:buClr>
              <a:buNone/>
            </a:pPr>
            <a:r>
              <a:rPr lang="en-US" sz="1600" smtClean="0">
                <a:latin typeface="Quattrocento Sans"/>
                <a:ea typeface="Quattrocento Sans"/>
                <a:cs typeface="Times New Roman" panose="02020603050405020304" pitchFamily="18" charset="0"/>
                <a:sym typeface="Quattrocento Sans"/>
              </a:rPr>
              <a:t>After uncovering a defect (bug), testers generate a formal defect report.</a:t>
            </a:r>
          </a:p>
          <a:p>
            <a:pPr marL="203200" indent="0">
              <a:buNone/>
            </a:pPr>
            <a:r>
              <a:rPr lang="en-US" sz="1600" smtClean="0">
                <a:cs typeface="Times New Roman" panose="02020603050405020304" pitchFamily="18" charset="0"/>
              </a:rPr>
              <a:t>Bug </a:t>
            </a:r>
            <a:r>
              <a:rPr lang="en-US" sz="1600">
                <a:cs typeface="Times New Roman" panose="02020603050405020304" pitchFamily="18" charset="0"/>
              </a:rPr>
              <a:t>report is a technical </a:t>
            </a:r>
            <a:r>
              <a:rPr lang="en-US" sz="1600" smtClean="0">
                <a:cs typeface="Times New Roman" panose="02020603050405020304" pitchFamily="18" charset="0"/>
              </a:rPr>
              <a:t>document that describes </a:t>
            </a:r>
            <a:r>
              <a:rPr lang="en-US" sz="1600">
                <a:cs typeface="Times New Roman" panose="02020603050405020304" pitchFamily="18" charset="0"/>
              </a:rPr>
              <a:t>failure mode in system under test </a:t>
            </a:r>
            <a:r>
              <a:rPr lang="en-US" sz="1600" smtClean="0">
                <a:latin typeface="Times New Roman" panose="02020603050405020304" pitchFamily="18" charset="0"/>
                <a:cs typeface="Times New Roman" panose="02020603050405020304" pitchFamily="18" charset="0"/>
              </a:rPr>
              <a:t>.</a:t>
            </a:r>
          </a:p>
          <a:p>
            <a:pPr marL="203200" indent="0">
              <a:buNone/>
            </a:pPr>
            <a:endParaRPr lang="en-US" sz="160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8709" y="2780928"/>
            <a:ext cx="2468846" cy="3384376"/>
          </a:xfrm>
          <a:prstGeom prst="rect">
            <a:avLst/>
          </a:prstGeom>
        </p:spPr>
      </p:pic>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6216" y="1412751"/>
            <a:ext cx="2332681" cy="1627700"/>
          </a:xfrm>
          <a:prstGeom prst="rect">
            <a:avLst/>
          </a:prstGeom>
        </p:spPr>
      </p:pic>
      <p:sp>
        <p:nvSpPr>
          <p:cNvPr id="2" name="Заголовок 1"/>
          <p:cNvSpPr>
            <a:spLocks noGrp="1"/>
          </p:cNvSpPr>
          <p:nvPr>
            <p:ph type="title"/>
          </p:nvPr>
        </p:nvSpPr>
        <p:spPr/>
        <p:txBody>
          <a:bodyPr/>
          <a:lstStyle/>
          <a:p>
            <a:r>
              <a:rPr lang="en-US" smtClean="0"/>
              <a:t>Structure</a:t>
            </a:r>
            <a:endParaRPr lang="ru-RU"/>
          </a:p>
        </p:txBody>
      </p:sp>
      <p:sp>
        <p:nvSpPr>
          <p:cNvPr id="3" name="Текст 2"/>
          <p:cNvSpPr>
            <a:spLocks noGrp="1"/>
          </p:cNvSpPr>
          <p:nvPr>
            <p:ph type="body" idx="1"/>
          </p:nvPr>
        </p:nvSpPr>
        <p:spPr>
          <a:xfrm>
            <a:off x="179512" y="1340768"/>
            <a:ext cx="8229600" cy="4525963"/>
          </a:xfrm>
        </p:spPr>
        <p:txBody>
          <a:bodyPr/>
          <a:lstStyle/>
          <a:p>
            <a:pPr marL="203200" indent="0">
              <a:buNone/>
            </a:pPr>
            <a:r>
              <a:rPr lang="uk-UA" sz="1600" b="1" smtClean="0">
                <a:cs typeface="Times New Roman" panose="02020603050405020304" pitchFamily="18" charset="0"/>
              </a:rPr>
              <a:t>Defect </a:t>
            </a:r>
            <a:r>
              <a:rPr lang="uk-UA" sz="1600" b="1">
                <a:cs typeface="Times New Roman" panose="02020603050405020304" pitchFamily="18" charset="0"/>
              </a:rPr>
              <a:t>report or Bug report consists of the following information:</a:t>
            </a:r>
            <a:endParaRPr lang="ru-RU" sz="1600" b="1">
              <a:cs typeface="Times New Roman" panose="02020603050405020304" pitchFamily="18" charset="0"/>
            </a:endParaRPr>
          </a:p>
          <a:p>
            <a:r>
              <a:rPr lang="en-US" sz="1600" b="1" smtClean="0">
                <a:cs typeface="Times New Roman" panose="02020603050405020304" pitchFamily="18" charset="0"/>
              </a:rPr>
              <a:t> ID</a:t>
            </a:r>
            <a:r>
              <a:rPr lang="en-US" sz="1600" smtClean="0">
                <a:cs typeface="Times New Roman" panose="02020603050405020304" pitchFamily="18" charset="0"/>
              </a:rPr>
              <a:t> </a:t>
            </a:r>
            <a:r>
              <a:rPr lang="en-US" sz="1600">
                <a:cs typeface="Times New Roman" panose="02020603050405020304" pitchFamily="18" charset="0"/>
              </a:rPr>
              <a:t>– Unique identifier given to the defect.</a:t>
            </a:r>
          </a:p>
          <a:p>
            <a:r>
              <a:rPr lang="en-US" sz="1600" b="1" smtClean="0">
                <a:cs typeface="Times New Roman" panose="02020603050405020304" pitchFamily="18" charset="0"/>
              </a:rPr>
              <a:t> Project</a:t>
            </a:r>
            <a:r>
              <a:rPr lang="en-US" sz="1600" smtClean="0">
                <a:cs typeface="Times New Roman" panose="02020603050405020304" pitchFamily="18" charset="0"/>
              </a:rPr>
              <a:t> </a:t>
            </a:r>
            <a:r>
              <a:rPr lang="en-US" sz="1600">
                <a:cs typeface="Times New Roman" panose="02020603050405020304" pitchFamily="18" charset="0"/>
              </a:rPr>
              <a:t>– Project name</a:t>
            </a:r>
          </a:p>
          <a:p>
            <a:r>
              <a:rPr lang="en-US" sz="1600" b="1" smtClean="0">
                <a:cs typeface="Times New Roman" panose="02020603050405020304" pitchFamily="18" charset="0"/>
              </a:rPr>
              <a:t> Produc</a:t>
            </a:r>
            <a:r>
              <a:rPr lang="en-US" sz="1600" smtClean="0">
                <a:cs typeface="Times New Roman" panose="02020603050405020304" pitchFamily="18" charset="0"/>
              </a:rPr>
              <a:t>t </a:t>
            </a:r>
            <a:r>
              <a:rPr lang="en-US" sz="1600">
                <a:cs typeface="Times New Roman" panose="02020603050405020304" pitchFamily="18" charset="0"/>
              </a:rPr>
              <a:t>– Product name</a:t>
            </a:r>
          </a:p>
          <a:p>
            <a:r>
              <a:rPr lang="en-US" sz="1600" b="1" smtClean="0">
                <a:cs typeface="Times New Roman" panose="02020603050405020304" pitchFamily="18" charset="0"/>
              </a:rPr>
              <a:t> Release </a:t>
            </a:r>
            <a:r>
              <a:rPr lang="en-US" sz="1600" b="1">
                <a:cs typeface="Times New Roman" panose="02020603050405020304" pitchFamily="18" charset="0"/>
              </a:rPr>
              <a:t>Version </a:t>
            </a:r>
            <a:r>
              <a:rPr lang="en-US" sz="1600">
                <a:cs typeface="Times New Roman" panose="02020603050405020304" pitchFamily="18" charset="0"/>
              </a:rPr>
              <a:t>– Release version of the product</a:t>
            </a:r>
          </a:p>
          <a:p>
            <a:r>
              <a:rPr lang="en-US" sz="1600" b="1" smtClean="0">
                <a:cs typeface="Times New Roman" panose="02020603050405020304" pitchFamily="18" charset="0"/>
              </a:rPr>
              <a:t> Detected </a:t>
            </a:r>
            <a:r>
              <a:rPr lang="en-US" sz="1600" b="1">
                <a:cs typeface="Times New Roman" panose="02020603050405020304" pitchFamily="18" charset="0"/>
              </a:rPr>
              <a:t>Build Version </a:t>
            </a:r>
            <a:r>
              <a:rPr lang="en-US" sz="1600">
                <a:cs typeface="Times New Roman" panose="02020603050405020304" pitchFamily="18" charset="0"/>
              </a:rPr>
              <a:t>– Build version of the product where the defect was detected</a:t>
            </a:r>
          </a:p>
          <a:p>
            <a:r>
              <a:rPr lang="en-US" sz="1600" b="1" smtClean="0">
                <a:cs typeface="Times New Roman" panose="02020603050405020304" pitchFamily="18" charset="0"/>
              </a:rPr>
              <a:t> Summary</a:t>
            </a:r>
            <a:r>
              <a:rPr lang="en-US" sz="1600" smtClean="0">
                <a:cs typeface="Times New Roman" panose="02020603050405020304" pitchFamily="18" charset="0"/>
              </a:rPr>
              <a:t> </a:t>
            </a:r>
            <a:r>
              <a:rPr lang="en-US" sz="1600">
                <a:cs typeface="Times New Roman" panose="02020603050405020304" pitchFamily="18" charset="0"/>
              </a:rPr>
              <a:t>– </a:t>
            </a:r>
            <a:r>
              <a:rPr lang="en-US" sz="1600" smtClean="0">
                <a:cs typeface="Times New Roman" panose="02020603050405020304" pitchFamily="18" charset="0"/>
              </a:rPr>
              <a:t>Brief summary </a:t>
            </a:r>
            <a:r>
              <a:rPr lang="en-US" sz="1600">
                <a:cs typeface="Times New Roman" panose="02020603050405020304" pitchFamily="18" charset="0"/>
              </a:rPr>
              <a:t>of the defect</a:t>
            </a:r>
          </a:p>
          <a:p>
            <a:r>
              <a:rPr lang="en-US" sz="1600" b="1" smtClean="0">
                <a:cs typeface="Times New Roman" panose="02020603050405020304" pitchFamily="18" charset="0"/>
              </a:rPr>
              <a:t> Description</a:t>
            </a:r>
            <a:r>
              <a:rPr lang="en-US" sz="1600" smtClean="0">
                <a:cs typeface="Times New Roman" panose="02020603050405020304" pitchFamily="18" charset="0"/>
              </a:rPr>
              <a:t> </a:t>
            </a:r>
            <a:r>
              <a:rPr lang="en-US" sz="1600">
                <a:cs typeface="Times New Roman" panose="02020603050405020304" pitchFamily="18" charset="0"/>
              </a:rPr>
              <a:t>– Detailed description of the defect.</a:t>
            </a:r>
          </a:p>
          <a:p>
            <a:r>
              <a:rPr lang="en-US" sz="1600" b="1" smtClean="0">
                <a:cs typeface="Times New Roman" panose="02020603050405020304" pitchFamily="18" charset="0"/>
              </a:rPr>
              <a:t> Steps </a:t>
            </a:r>
            <a:r>
              <a:rPr lang="en-US" sz="1600" b="1">
                <a:cs typeface="Times New Roman" panose="02020603050405020304" pitchFamily="18" charset="0"/>
              </a:rPr>
              <a:t>to Replicate </a:t>
            </a:r>
            <a:r>
              <a:rPr lang="en-US" sz="1600">
                <a:cs typeface="Times New Roman" panose="02020603050405020304" pitchFamily="18" charset="0"/>
              </a:rPr>
              <a:t>– Step by step description of the way to reproduce the defect.</a:t>
            </a:r>
          </a:p>
          <a:p>
            <a:r>
              <a:rPr lang="en-US" sz="1600" b="1" smtClean="0">
                <a:cs typeface="Times New Roman" panose="02020603050405020304" pitchFamily="18" charset="0"/>
              </a:rPr>
              <a:t> Actual </a:t>
            </a:r>
            <a:r>
              <a:rPr lang="en-US" sz="1600" b="1">
                <a:cs typeface="Times New Roman" panose="02020603050405020304" pitchFamily="18" charset="0"/>
              </a:rPr>
              <a:t>Result – </a:t>
            </a:r>
            <a:r>
              <a:rPr lang="en-US" sz="1600">
                <a:cs typeface="Times New Roman" panose="02020603050405020304" pitchFamily="18" charset="0"/>
              </a:rPr>
              <a:t>The actual result you received when you followed the steps.</a:t>
            </a:r>
          </a:p>
          <a:p>
            <a:r>
              <a:rPr lang="en-US" sz="1600" b="1" smtClean="0">
                <a:cs typeface="Times New Roman" panose="02020603050405020304" pitchFamily="18" charset="0"/>
              </a:rPr>
              <a:t> Expected </a:t>
            </a:r>
            <a:r>
              <a:rPr lang="en-US" sz="1600" b="1">
                <a:cs typeface="Times New Roman" panose="02020603050405020304" pitchFamily="18" charset="0"/>
              </a:rPr>
              <a:t>Results – </a:t>
            </a:r>
            <a:r>
              <a:rPr lang="en-US" sz="1600">
                <a:cs typeface="Times New Roman" panose="02020603050405020304" pitchFamily="18" charset="0"/>
              </a:rPr>
              <a:t>The expected results.</a:t>
            </a:r>
            <a:r>
              <a:rPr lang="en-US" sz="1600" b="1">
                <a:cs typeface="Times New Roman" panose="02020603050405020304" pitchFamily="18" charset="0"/>
              </a:rPr>
              <a:t> </a:t>
            </a:r>
          </a:p>
          <a:p>
            <a:r>
              <a:rPr lang="en-US" sz="1600" b="1" smtClean="0">
                <a:cs typeface="Times New Roman" panose="02020603050405020304" pitchFamily="18" charset="0"/>
              </a:rPr>
              <a:t> Attachments </a:t>
            </a:r>
            <a:r>
              <a:rPr lang="en-US" sz="1600" b="1">
                <a:cs typeface="Times New Roman" panose="02020603050405020304" pitchFamily="18" charset="0"/>
              </a:rPr>
              <a:t>– </a:t>
            </a:r>
            <a:r>
              <a:rPr lang="en-US" sz="1600">
                <a:cs typeface="Times New Roman" panose="02020603050405020304" pitchFamily="18" charset="0"/>
              </a:rPr>
              <a:t>Attach any additional information like screenshots and logs.</a:t>
            </a:r>
          </a:p>
          <a:p>
            <a:r>
              <a:rPr lang="en-US" sz="1600" b="1" smtClean="0">
                <a:cs typeface="Times New Roman" panose="02020603050405020304" pitchFamily="18" charset="0"/>
              </a:rPr>
              <a:t> Remarks </a:t>
            </a:r>
            <a:r>
              <a:rPr lang="en-US" sz="1600" b="1">
                <a:cs typeface="Times New Roman" panose="02020603050405020304" pitchFamily="18" charset="0"/>
              </a:rPr>
              <a:t>– </a:t>
            </a:r>
            <a:r>
              <a:rPr lang="en-US" sz="1600">
                <a:cs typeface="Times New Roman" panose="02020603050405020304" pitchFamily="18" charset="0"/>
              </a:rPr>
              <a:t>Any additional comments </a:t>
            </a:r>
            <a:r>
              <a:rPr lang="en-US" sz="1600" smtClean="0">
                <a:cs typeface="Times New Roman" panose="02020603050405020304" pitchFamily="18" charset="0"/>
              </a:rPr>
              <a:t>to </a:t>
            </a:r>
            <a:r>
              <a:rPr lang="en-US" sz="1600">
                <a:cs typeface="Times New Roman" panose="02020603050405020304" pitchFamily="18" charset="0"/>
              </a:rPr>
              <a:t>the defect.</a:t>
            </a:r>
          </a:p>
          <a:p>
            <a:r>
              <a:rPr lang="en-US" sz="1600" b="1" smtClean="0">
                <a:cs typeface="Times New Roman" panose="02020603050405020304" pitchFamily="18" charset="0"/>
              </a:rPr>
              <a:t> Reported </a:t>
            </a:r>
            <a:r>
              <a:rPr lang="en-US" sz="1600" b="1">
                <a:cs typeface="Times New Roman" panose="02020603050405020304" pitchFamily="18" charset="0"/>
              </a:rPr>
              <a:t>By </a:t>
            </a:r>
            <a:r>
              <a:rPr lang="en-US" sz="1600">
                <a:cs typeface="Times New Roman" panose="02020603050405020304" pitchFamily="18" charset="0"/>
              </a:rPr>
              <a:t>– The name of the person who reported the defect.</a:t>
            </a:r>
          </a:p>
          <a:p>
            <a:endParaRPr lang="en-US" sz="1000"/>
          </a:p>
        </p:txBody>
      </p:sp>
    </p:spTree>
    <p:extLst>
      <p:ext uri="{BB962C8B-B14F-4D97-AF65-F5344CB8AC3E}">
        <p14:creationId xmlns:p14="http://schemas.microsoft.com/office/powerpoint/2010/main" val="4276439496"/>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Structure</a:t>
            </a:r>
            <a:endParaRPr lang="ru-RU"/>
          </a:p>
        </p:txBody>
      </p:sp>
      <p:sp>
        <p:nvSpPr>
          <p:cNvPr id="3" name="Текст 2"/>
          <p:cNvSpPr>
            <a:spLocks noGrp="1"/>
          </p:cNvSpPr>
          <p:nvPr>
            <p:ph type="body" idx="1"/>
          </p:nvPr>
        </p:nvSpPr>
        <p:spPr/>
        <p:txBody>
          <a:bodyPr/>
          <a:lstStyle/>
          <a:p>
            <a:r>
              <a:rPr lang="en-US" sz="1600" b="1" smtClean="0">
                <a:cs typeface="Times New Roman" panose="02020603050405020304" pitchFamily="18" charset="0"/>
              </a:rPr>
              <a:t> Assigned </a:t>
            </a:r>
            <a:r>
              <a:rPr lang="en-US" sz="1600" b="1">
                <a:cs typeface="Times New Roman" panose="02020603050405020304" pitchFamily="18" charset="0"/>
              </a:rPr>
              <a:t>To – </a:t>
            </a:r>
            <a:r>
              <a:rPr lang="en-US" sz="1600">
                <a:cs typeface="Times New Roman" panose="02020603050405020304" pitchFamily="18" charset="0"/>
              </a:rPr>
              <a:t>The name of the person that is assigned to analyze/fix the defect.</a:t>
            </a:r>
          </a:p>
          <a:p>
            <a:pPr lvl="0"/>
            <a:r>
              <a:rPr lang="en-US" sz="1600" b="1" smtClean="0">
                <a:cs typeface="Times New Roman" panose="02020603050405020304" pitchFamily="18" charset="0"/>
              </a:rPr>
              <a:t> Fixed </a:t>
            </a:r>
            <a:r>
              <a:rPr lang="en-US" sz="1600" b="1">
                <a:cs typeface="Times New Roman" panose="02020603050405020304" pitchFamily="18" charset="0"/>
              </a:rPr>
              <a:t>by</a:t>
            </a:r>
            <a:r>
              <a:rPr lang="en-US" sz="1600">
                <a:cs typeface="Times New Roman" panose="02020603050405020304" pitchFamily="18" charset="0"/>
              </a:rPr>
              <a:t> – This field includes the details of the developer who fixed it like Name and ID</a:t>
            </a:r>
          </a:p>
          <a:p>
            <a:pPr lvl="0"/>
            <a:r>
              <a:rPr lang="en-US" sz="1600" b="1" smtClean="0">
                <a:cs typeface="Times New Roman" panose="02020603050405020304" pitchFamily="18" charset="0"/>
              </a:rPr>
              <a:t> Date </a:t>
            </a:r>
            <a:r>
              <a:rPr lang="en-US" sz="1600" b="1">
                <a:cs typeface="Times New Roman" panose="02020603050405020304" pitchFamily="18" charset="0"/>
              </a:rPr>
              <a:t>Closed</a:t>
            </a:r>
            <a:r>
              <a:rPr lang="en-US" sz="1600">
                <a:cs typeface="Times New Roman" panose="02020603050405020304" pitchFamily="18" charset="0"/>
              </a:rPr>
              <a:t> – This includes the Date when the bug is closed</a:t>
            </a:r>
          </a:p>
          <a:p>
            <a:pPr lvl="0"/>
            <a:r>
              <a:rPr lang="en-US" sz="1600" b="1" smtClean="0">
                <a:cs typeface="Times New Roman" panose="02020603050405020304" pitchFamily="18" charset="0"/>
              </a:rPr>
              <a:t> Severity</a:t>
            </a:r>
            <a:r>
              <a:rPr lang="en-US" sz="1600" b="1">
                <a:cs typeface="Times New Roman" panose="02020603050405020304" pitchFamily="18" charset="0"/>
              </a:rPr>
              <a:t>: </a:t>
            </a:r>
            <a:r>
              <a:rPr lang="en-US" sz="1600">
                <a:cs typeface="Times New Roman" panose="02020603050405020304" pitchFamily="18" charset="0"/>
              </a:rPr>
              <a:t>Based on the severity (Critical, Major or Minor) it tells us about impact of the defect or bug in the software application</a:t>
            </a:r>
          </a:p>
          <a:p>
            <a:pPr lvl="0"/>
            <a:r>
              <a:rPr lang="en-US" sz="1600" b="1" smtClean="0">
                <a:cs typeface="Times New Roman" panose="02020603050405020304" pitchFamily="18" charset="0"/>
              </a:rPr>
              <a:t> Priority</a:t>
            </a:r>
            <a:r>
              <a:rPr lang="en-US" sz="1600" b="1">
                <a:cs typeface="Times New Roman" panose="02020603050405020304" pitchFamily="18" charset="0"/>
              </a:rPr>
              <a:t>:</a:t>
            </a:r>
            <a:r>
              <a:rPr lang="en-US" sz="1600">
                <a:cs typeface="Times New Roman" panose="02020603050405020304" pitchFamily="18" charset="0"/>
              </a:rPr>
              <a:t> Based on the Priority set (High/Medium/Low) the order of fixing the defect can be made.</a:t>
            </a:r>
          </a:p>
          <a:p>
            <a:pPr marL="203200" indent="0">
              <a:buNone/>
            </a:pPr>
            <a:endParaRPr lang="ru-RU"/>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776" y="3717032"/>
            <a:ext cx="4165394" cy="2565929"/>
          </a:xfrm>
          <a:prstGeom prst="rect">
            <a:avLst/>
          </a:prstGeom>
        </p:spPr>
      </p:pic>
    </p:spTree>
    <p:extLst>
      <p:ext uri="{BB962C8B-B14F-4D97-AF65-F5344CB8AC3E}">
        <p14:creationId xmlns:p14="http://schemas.microsoft.com/office/powerpoint/2010/main" val="341909891"/>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Structure</a:t>
            </a:r>
            <a:endParaRPr lang="ru-RU"/>
          </a:p>
        </p:txBody>
      </p:sp>
      <p:sp>
        <p:nvSpPr>
          <p:cNvPr id="3" name="Текст 2"/>
          <p:cNvSpPr>
            <a:spLocks noGrp="1"/>
          </p:cNvSpPr>
          <p:nvPr>
            <p:ph type="body" idx="1"/>
          </p:nvPr>
        </p:nvSpPr>
        <p:spPr>
          <a:xfrm>
            <a:off x="467544" y="1340768"/>
            <a:ext cx="8229600" cy="4525963"/>
          </a:xfrm>
        </p:spPr>
        <p:txBody>
          <a:bodyPr/>
          <a:lstStyle/>
          <a:p>
            <a:pPr marL="520700" lvl="1" indent="0">
              <a:buNone/>
            </a:pPr>
            <a:r>
              <a:rPr lang="en-US" sz="1600" b="1" smtClean="0">
                <a:cs typeface="Times New Roman" panose="02020603050405020304" pitchFamily="18" charset="0"/>
              </a:rPr>
              <a:t>DEFECT </a:t>
            </a:r>
            <a:r>
              <a:rPr lang="en-US" sz="1600" b="1">
                <a:cs typeface="Times New Roman" panose="02020603050405020304" pitchFamily="18" charset="0"/>
              </a:rPr>
              <a:t>SEVERITY CLASSIFICATION:</a:t>
            </a:r>
          </a:p>
          <a:p>
            <a:pPr lvl="1">
              <a:buFont typeface="Wingdings" panose="05000000000000000000" pitchFamily="2" charset="2"/>
              <a:buChar char="Ø"/>
            </a:pPr>
            <a:r>
              <a:rPr lang="en-US" sz="1600" b="1" smtClean="0">
                <a:cs typeface="Times New Roman" panose="02020603050405020304" pitchFamily="18" charset="0"/>
              </a:rPr>
              <a:t>  Critical</a:t>
            </a:r>
            <a:r>
              <a:rPr lang="en-US" sz="1600" smtClean="0">
                <a:cs typeface="Times New Roman" panose="02020603050405020304" pitchFamily="18" charset="0"/>
              </a:rPr>
              <a:t> </a:t>
            </a:r>
            <a:r>
              <a:rPr lang="en-US" sz="1600">
                <a:cs typeface="Times New Roman" panose="02020603050405020304" pitchFamily="18" charset="0"/>
              </a:rPr>
              <a:t>- this defect is causing system failure. Nothing can proceed further.</a:t>
            </a:r>
          </a:p>
          <a:p>
            <a:pPr lvl="1">
              <a:buFont typeface="Wingdings" panose="05000000000000000000" pitchFamily="2" charset="2"/>
              <a:buChar char="Ø"/>
            </a:pPr>
            <a:r>
              <a:rPr lang="en-US" sz="1600" b="1" smtClean="0">
                <a:cs typeface="Times New Roman" panose="02020603050405020304" pitchFamily="18" charset="0"/>
              </a:rPr>
              <a:t>  Major</a:t>
            </a:r>
            <a:r>
              <a:rPr lang="en-US" sz="1600" smtClean="0">
                <a:cs typeface="Times New Roman" panose="02020603050405020304" pitchFamily="18" charset="0"/>
              </a:rPr>
              <a:t> </a:t>
            </a:r>
            <a:r>
              <a:rPr lang="en-US" sz="1600">
                <a:cs typeface="Times New Roman" panose="02020603050405020304" pitchFamily="18" charset="0"/>
              </a:rPr>
              <a:t>- highly severe defect, is causing the system to collapse, however few parts of the system are still usable, and/or there are a few workarounds for using the system in the collapsed state too</a:t>
            </a:r>
          </a:p>
          <a:p>
            <a:pPr lvl="1">
              <a:buFont typeface="Wingdings" panose="05000000000000000000" pitchFamily="2" charset="2"/>
              <a:buChar char="Ø"/>
            </a:pPr>
            <a:r>
              <a:rPr lang="en-US" sz="1600" b="1" smtClean="0">
                <a:cs typeface="Times New Roman" panose="02020603050405020304" pitchFamily="18" charset="0"/>
              </a:rPr>
              <a:t>  Medium</a:t>
            </a:r>
            <a:r>
              <a:rPr lang="en-US" sz="1600" smtClean="0">
                <a:cs typeface="Times New Roman" panose="02020603050405020304" pitchFamily="18" charset="0"/>
              </a:rPr>
              <a:t> </a:t>
            </a:r>
            <a:r>
              <a:rPr lang="en-US" sz="1600">
                <a:cs typeface="Times New Roman" panose="02020603050405020304" pitchFamily="18" charset="0"/>
              </a:rPr>
              <a:t>- is causing some undesirable behavior, however system / feature is still usable to a high degree</a:t>
            </a:r>
          </a:p>
          <a:p>
            <a:pPr lvl="1">
              <a:buFont typeface="Wingdings" panose="05000000000000000000" pitchFamily="2" charset="2"/>
              <a:buChar char="Ø"/>
            </a:pPr>
            <a:r>
              <a:rPr lang="en-US" sz="1600" b="1" smtClean="0">
                <a:cs typeface="Times New Roman" panose="02020603050405020304" pitchFamily="18" charset="0"/>
              </a:rPr>
              <a:t>  Low </a:t>
            </a:r>
            <a:r>
              <a:rPr lang="en-US" sz="1600">
                <a:cs typeface="Times New Roman" panose="02020603050405020304" pitchFamily="18" charset="0"/>
              </a:rPr>
              <a:t>- is more of a cosmetic issue. No serious impedance to system functionality is noted.</a:t>
            </a:r>
          </a:p>
          <a:p>
            <a:pPr marL="520700" lvl="1" indent="0">
              <a:buNone/>
            </a:pPr>
            <a:endParaRPr lang="en-US" sz="1600">
              <a:cs typeface="Times New Roman" panose="02020603050405020304" pitchFamily="18" charset="0"/>
            </a:endParaRPr>
          </a:p>
          <a:p>
            <a:pPr marL="203200" lvl="1" indent="0">
              <a:spcBef>
                <a:spcPts val="640"/>
              </a:spcBef>
              <a:buClr>
                <a:srgbClr val="32469A"/>
              </a:buClr>
              <a:buNone/>
            </a:pPr>
            <a:r>
              <a:rPr lang="en-US" sz="1600" b="1" smtClean="0">
                <a:cs typeface="Times New Roman" panose="02020603050405020304" pitchFamily="18" charset="0"/>
              </a:rPr>
              <a:t>       DEFECT </a:t>
            </a:r>
            <a:r>
              <a:rPr lang="en-US" sz="1600" b="1">
                <a:cs typeface="Times New Roman" panose="02020603050405020304" pitchFamily="18" charset="0"/>
              </a:rPr>
              <a:t>PRIORITY CLASSIFICATION</a:t>
            </a:r>
            <a:r>
              <a:rPr lang="en-US" sz="1600" b="1" smtClean="0">
                <a:cs typeface="Times New Roman" panose="02020603050405020304" pitchFamily="18" charset="0"/>
              </a:rPr>
              <a:t>:</a:t>
            </a:r>
            <a:endParaRPr lang="en-US" sz="1600" b="1">
              <a:cs typeface="Times New Roman" panose="02020603050405020304" pitchFamily="18" charset="0"/>
            </a:endParaRPr>
          </a:p>
          <a:p>
            <a:pPr lvl="1" fontAlgn="base">
              <a:buFont typeface="Wingdings" panose="05000000000000000000" pitchFamily="2" charset="2"/>
              <a:buChar char="Ø"/>
            </a:pPr>
            <a:r>
              <a:rPr lang="en-US" sz="1600" b="1" smtClean="0">
                <a:cs typeface="Times New Roman" panose="02020603050405020304" pitchFamily="18" charset="0"/>
              </a:rPr>
              <a:t>  High</a:t>
            </a:r>
            <a:r>
              <a:rPr lang="en-US" sz="1600">
                <a:cs typeface="Times New Roman" panose="02020603050405020304" pitchFamily="18" charset="0"/>
              </a:rPr>
              <a:t>: Must be fixed in any of the upcoming builds but should be included in the release.</a:t>
            </a:r>
          </a:p>
          <a:p>
            <a:pPr lvl="1" fontAlgn="base">
              <a:buFont typeface="Wingdings" panose="05000000000000000000" pitchFamily="2" charset="2"/>
              <a:buChar char="Ø"/>
            </a:pPr>
            <a:r>
              <a:rPr lang="en-US" sz="1600" b="1" smtClean="0">
                <a:cs typeface="Times New Roman" panose="02020603050405020304" pitchFamily="18" charset="0"/>
              </a:rPr>
              <a:t>  Medium</a:t>
            </a:r>
            <a:r>
              <a:rPr lang="en-US" sz="1600">
                <a:cs typeface="Times New Roman" panose="02020603050405020304" pitchFamily="18" charset="0"/>
              </a:rPr>
              <a:t>: May be fixed after the release / in the next release.</a:t>
            </a:r>
          </a:p>
          <a:p>
            <a:pPr lvl="1" fontAlgn="base">
              <a:buFont typeface="Wingdings" panose="05000000000000000000" pitchFamily="2" charset="2"/>
              <a:buChar char="Ø"/>
            </a:pPr>
            <a:r>
              <a:rPr lang="en-US" sz="1600" b="1" smtClean="0">
                <a:cs typeface="Times New Roman" panose="02020603050405020304" pitchFamily="18" charset="0"/>
              </a:rPr>
              <a:t>  Low</a:t>
            </a:r>
            <a:r>
              <a:rPr lang="en-US" sz="1600">
                <a:cs typeface="Times New Roman" panose="02020603050405020304" pitchFamily="18" charset="0"/>
              </a:rPr>
              <a:t>: May or may not be fixed at all</a:t>
            </a:r>
            <a:endParaRPr lang="ru-RU" sz="1600">
              <a:cs typeface="Times New Roman" panose="02020603050405020304" pitchFamily="18" charset="0"/>
            </a:endParaRPr>
          </a:p>
        </p:txBody>
      </p:sp>
    </p:spTree>
    <p:extLst>
      <p:ext uri="{BB962C8B-B14F-4D97-AF65-F5344CB8AC3E}">
        <p14:creationId xmlns:p14="http://schemas.microsoft.com/office/powerpoint/2010/main" val="4293332831"/>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Life cycle of bug</a:t>
            </a:r>
            <a:endParaRPr lang="ru-RU"/>
          </a:p>
        </p:txBody>
      </p:sp>
      <p:sp>
        <p:nvSpPr>
          <p:cNvPr id="3" name="Текст 2"/>
          <p:cNvSpPr>
            <a:spLocks noGrp="1"/>
          </p:cNvSpPr>
          <p:nvPr>
            <p:ph type="body" idx="1"/>
          </p:nvPr>
        </p:nvSpPr>
        <p:spPr/>
        <p:txBody>
          <a:bodyPr numCol="2"/>
          <a:lstStyle/>
          <a:p>
            <a:pPr marL="203200" indent="0" algn="just">
              <a:buNone/>
            </a:pPr>
            <a:r>
              <a:rPr lang="uk-UA" sz="1600" b="1" smtClean="0">
                <a:cs typeface="Times New Roman" panose="02020603050405020304" pitchFamily="18" charset="0"/>
              </a:rPr>
              <a:t>Defect </a:t>
            </a:r>
            <a:r>
              <a:rPr lang="uk-UA" sz="1600" b="1">
                <a:cs typeface="Times New Roman" panose="02020603050405020304" pitchFamily="18" charset="0"/>
              </a:rPr>
              <a:t>life cycle </a:t>
            </a:r>
            <a:r>
              <a:rPr lang="uk-UA" sz="1600">
                <a:cs typeface="Times New Roman" panose="02020603050405020304" pitchFamily="18" charset="0"/>
              </a:rPr>
              <a:t>is a cycle which a defect goes through during its lifetime. It starts when defect is found and ends when a defect is closed, after ensuring it’s not reproduced. </a:t>
            </a:r>
            <a:r>
              <a:rPr lang="en-US" sz="1600" smtClean="0">
                <a:cs typeface="Times New Roman" panose="02020603050405020304" pitchFamily="18" charset="0"/>
              </a:rPr>
              <a:t>Defect life cycle</a:t>
            </a:r>
            <a:r>
              <a:rPr lang="uk-UA" sz="1600">
                <a:cs typeface="Times New Roman" panose="02020603050405020304" pitchFamily="18" charset="0"/>
              </a:rPr>
              <a:t> is related to the bug found during testing</a:t>
            </a:r>
            <a:r>
              <a:rPr lang="uk-UA" sz="1600" smtClean="0">
                <a:cs typeface="Times New Roman" panose="02020603050405020304" pitchFamily="18" charset="0"/>
              </a:rPr>
              <a:t>.</a:t>
            </a:r>
            <a:endParaRPr lang="ru-RU" sz="1600">
              <a:cs typeface="Times New Roman" panose="02020603050405020304" pitchFamily="18" charset="0"/>
            </a:endParaRPr>
          </a:p>
          <a:p>
            <a:pPr marL="203200" indent="0">
              <a:buNone/>
            </a:pPr>
            <a:r>
              <a:rPr lang="uk-UA" sz="1600">
                <a:cs typeface="Times New Roman" panose="02020603050405020304" pitchFamily="18" charset="0"/>
              </a:rPr>
              <a:t>The bug has different states </a:t>
            </a:r>
            <a:r>
              <a:rPr lang="uk-UA" sz="1600" smtClean="0">
                <a:cs typeface="Times New Roman" panose="02020603050405020304" pitchFamily="18" charset="0"/>
              </a:rPr>
              <a:t>in </a:t>
            </a:r>
            <a:r>
              <a:rPr lang="uk-UA" sz="1600">
                <a:cs typeface="Times New Roman" panose="02020603050405020304" pitchFamily="18" charset="0"/>
              </a:rPr>
              <a:t>the Life Cycle. The Life cycle of the bug can be shown diagrammatically as follows:</a:t>
            </a:r>
            <a:endParaRPr lang="ru-RU" sz="1600">
              <a:cs typeface="Times New Roman" panose="02020603050405020304" pitchFamily="18" charset="0"/>
            </a:endParaRPr>
          </a:p>
          <a:p>
            <a:pPr marL="203200" indent="0">
              <a:buNone/>
            </a:pPr>
            <a:endParaRPr lang="ru-RU"/>
          </a:p>
        </p:txBody>
      </p:sp>
      <p:pic>
        <p:nvPicPr>
          <p:cNvPr id="6"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8" y="1340768"/>
            <a:ext cx="4499992" cy="4680520"/>
          </a:xfrm>
          <a:prstGeom prst="rect">
            <a:avLst/>
          </a:prstGeom>
        </p:spPr>
      </p:pic>
    </p:spTree>
    <p:extLst>
      <p:ext uri="{BB962C8B-B14F-4D97-AF65-F5344CB8AC3E}">
        <p14:creationId xmlns:p14="http://schemas.microsoft.com/office/powerpoint/2010/main" val="2847838571"/>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Shape 74"/>
          <p:cNvSpPr txBox="1">
            <a:spLocks noGrp="1"/>
          </p:cNvSpPr>
          <p:nvPr>
            <p:ph type="title"/>
          </p:nvPr>
        </p:nvSpPr>
        <p:spPr>
          <a:xfrm>
            <a:off x="457200" y="152400"/>
            <a:ext cx="8229600" cy="914400"/>
          </a:xfrm>
          <a:prstGeom prst="rect">
            <a:avLst/>
          </a:prstGeom>
          <a:noFill/>
          <a:ln>
            <a:noFill/>
          </a:ln>
        </p:spPr>
        <p:txBody>
          <a:bodyPr lIns="91425" tIns="45700" rIns="91425" bIns="45700" anchor="ctr" anchorCtr="0">
            <a:noAutofit/>
          </a:bodyPr>
          <a:lstStyle/>
          <a:p>
            <a:r>
              <a:rPr lang="en-US" smtClean="0"/>
              <a:t>Status</a:t>
            </a:r>
            <a:endParaRPr/>
          </a:p>
        </p:txBody>
      </p:sp>
      <p:sp>
        <p:nvSpPr>
          <p:cNvPr id="75" name="Shape 75"/>
          <p:cNvSpPr txBox="1">
            <a:spLocks noGrp="1"/>
          </p:cNvSpPr>
          <p:nvPr>
            <p:ph type="body" idx="1"/>
          </p:nvPr>
        </p:nvSpPr>
        <p:spPr>
          <a:xfrm>
            <a:off x="467544" y="1268760"/>
            <a:ext cx="8229600" cy="4526100"/>
          </a:xfrm>
          <a:prstGeom prst="rect">
            <a:avLst/>
          </a:prstGeom>
          <a:noFill/>
          <a:ln>
            <a:noFill/>
          </a:ln>
        </p:spPr>
        <p:txBody>
          <a:bodyPr lIns="91425" tIns="45700" rIns="91425" bIns="45700" anchor="t" anchorCtr="0">
            <a:noAutofit/>
          </a:bodyPr>
          <a:lstStyle/>
          <a:p>
            <a:endParaRPr lang="en-US" sz="1600" smtClean="0">
              <a:latin typeface="Times New Roman" panose="02020603050405020304" pitchFamily="18" charset="0"/>
              <a:cs typeface="Times New Roman" panose="02020603050405020304" pitchFamily="18" charset="0"/>
            </a:endParaRPr>
          </a:p>
          <a:p>
            <a:endParaRPr lang="en-US" sz="1600" smtClean="0">
              <a:latin typeface="Times New Roman" panose="02020603050405020304" pitchFamily="18" charset="0"/>
              <a:cs typeface="Times New Roman" panose="02020603050405020304" pitchFamily="18" charset="0"/>
            </a:endParaRPr>
          </a:p>
          <a:p>
            <a:r>
              <a:rPr lang="en-US" sz="1600" smtClean="0">
                <a:cs typeface="Times New Roman" panose="02020603050405020304" pitchFamily="18" charset="0"/>
              </a:rPr>
              <a:t> </a:t>
            </a:r>
            <a:r>
              <a:rPr lang="en-US" sz="1600" b="1" smtClean="0">
                <a:cs typeface="Times New Roman" panose="02020603050405020304" pitchFamily="18" charset="0"/>
              </a:rPr>
              <a:t>New </a:t>
            </a:r>
            <a:r>
              <a:rPr lang="en-US" sz="1600" smtClean="0">
                <a:cs typeface="Times New Roman" panose="02020603050405020304" pitchFamily="18" charset="0"/>
              </a:rPr>
              <a:t>- </a:t>
            </a:r>
            <a:r>
              <a:rPr lang="uk-UA" sz="1600" smtClean="0">
                <a:cs typeface="Times New Roman" panose="02020603050405020304" pitchFamily="18" charset="0"/>
              </a:rPr>
              <a:t>When a defect is logged and posted for the first </a:t>
            </a:r>
            <a:r>
              <a:rPr lang="uk-UA" sz="1600" err="1" smtClean="0">
                <a:cs typeface="Times New Roman" panose="02020603050405020304" pitchFamily="18" charset="0"/>
              </a:rPr>
              <a:t>time</a:t>
            </a:r>
            <a:endParaRPr lang="en-US" sz="1600" smtClean="0">
              <a:cs typeface="Times New Roman" panose="02020603050405020304" pitchFamily="18" charset="0"/>
            </a:endParaRPr>
          </a:p>
          <a:p>
            <a:r>
              <a:rPr lang="en-US" sz="1600" smtClean="0">
                <a:cs typeface="Times New Roman" panose="02020603050405020304" pitchFamily="18" charset="0"/>
              </a:rPr>
              <a:t> </a:t>
            </a:r>
            <a:r>
              <a:rPr lang="en-US" sz="1600" b="1" smtClean="0">
                <a:cs typeface="Times New Roman" panose="02020603050405020304" pitchFamily="18" charset="0"/>
              </a:rPr>
              <a:t>Assigned </a:t>
            </a:r>
            <a:r>
              <a:rPr lang="en-US" sz="1600" smtClean="0">
                <a:cs typeface="Times New Roman" panose="02020603050405020304" pitchFamily="18" charset="0"/>
              </a:rPr>
              <a:t>- </a:t>
            </a:r>
            <a:r>
              <a:rPr lang="uk-UA" sz="1600" err="1" smtClean="0">
                <a:cs typeface="Times New Roman" panose="02020603050405020304" pitchFamily="18" charset="0"/>
              </a:rPr>
              <a:t>After</a:t>
            </a:r>
            <a:r>
              <a:rPr lang="uk-UA" sz="1600" smtClean="0">
                <a:cs typeface="Times New Roman" panose="02020603050405020304" pitchFamily="18" charset="0"/>
              </a:rPr>
              <a:t> the tester </a:t>
            </a:r>
            <a:r>
              <a:rPr lang="uk-UA" sz="1600" err="1" smtClean="0">
                <a:cs typeface="Times New Roman" panose="02020603050405020304" pitchFamily="18" charset="0"/>
              </a:rPr>
              <a:t>has</a:t>
            </a:r>
            <a:r>
              <a:rPr lang="uk-UA" sz="1600" smtClean="0">
                <a:cs typeface="Times New Roman" panose="02020603050405020304" pitchFamily="18" charset="0"/>
              </a:rPr>
              <a:t> </a:t>
            </a:r>
            <a:r>
              <a:rPr lang="uk-UA" sz="1600" err="1" smtClean="0">
                <a:cs typeface="Times New Roman" panose="02020603050405020304" pitchFamily="18" charset="0"/>
              </a:rPr>
              <a:t>posted</a:t>
            </a:r>
            <a:r>
              <a:rPr lang="uk-UA" sz="1600" smtClean="0">
                <a:cs typeface="Times New Roman" panose="02020603050405020304" pitchFamily="18" charset="0"/>
              </a:rPr>
              <a:t> the </a:t>
            </a:r>
            <a:r>
              <a:rPr lang="uk-UA" sz="1600" err="1" smtClean="0">
                <a:cs typeface="Times New Roman" panose="02020603050405020304" pitchFamily="18" charset="0"/>
              </a:rPr>
              <a:t>bug</a:t>
            </a:r>
            <a:r>
              <a:rPr lang="uk-UA" sz="1600" smtClean="0">
                <a:cs typeface="Times New Roman" panose="02020603050405020304" pitchFamily="18" charset="0"/>
              </a:rPr>
              <a:t>, the </a:t>
            </a:r>
            <a:r>
              <a:rPr lang="uk-UA" sz="1600" err="1" smtClean="0">
                <a:cs typeface="Times New Roman" panose="02020603050405020304" pitchFamily="18" charset="0"/>
              </a:rPr>
              <a:t>lead</a:t>
            </a:r>
            <a:r>
              <a:rPr lang="uk-UA" sz="1600" smtClean="0">
                <a:cs typeface="Times New Roman" panose="02020603050405020304" pitchFamily="18" charset="0"/>
              </a:rPr>
              <a:t> of the tester </a:t>
            </a:r>
            <a:r>
              <a:rPr lang="uk-UA" sz="1600" err="1" smtClean="0">
                <a:cs typeface="Times New Roman" panose="02020603050405020304" pitchFamily="18" charset="0"/>
              </a:rPr>
              <a:t>approves</a:t>
            </a:r>
            <a:r>
              <a:rPr lang="uk-UA" sz="1600" smtClean="0">
                <a:cs typeface="Times New Roman" panose="02020603050405020304" pitchFamily="18" charset="0"/>
              </a:rPr>
              <a:t> that the </a:t>
            </a:r>
            <a:r>
              <a:rPr lang="uk-UA" sz="1600" err="1" smtClean="0">
                <a:cs typeface="Times New Roman" panose="02020603050405020304" pitchFamily="18" charset="0"/>
              </a:rPr>
              <a:t>bug</a:t>
            </a:r>
            <a:r>
              <a:rPr lang="uk-UA" sz="1600" smtClean="0">
                <a:cs typeface="Times New Roman" panose="02020603050405020304" pitchFamily="18" charset="0"/>
              </a:rPr>
              <a:t> is </a:t>
            </a:r>
            <a:r>
              <a:rPr lang="uk-UA" sz="1600" err="1" smtClean="0">
                <a:cs typeface="Times New Roman" panose="02020603050405020304" pitchFamily="18" charset="0"/>
              </a:rPr>
              <a:t>genuine</a:t>
            </a:r>
            <a:r>
              <a:rPr lang="uk-UA" sz="1600" smtClean="0">
                <a:cs typeface="Times New Roman" panose="02020603050405020304" pitchFamily="18" charset="0"/>
              </a:rPr>
              <a:t> and he </a:t>
            </a:r>
            <a:r>
              <a:rPr lang="uk-UA" sz="1600" err="1" smtClean="0">
                <a:cs typeface="Times New Roman" panose="02020603050405020304" pitchFamily="18" charset="0"/>
              </a:rPr>
              <a:t>assigns</a:t>
            </a:r>
            <a:r>
              <a:rPr lang="uk-UA" sz="1600" smtClean="0">
                <a:cs typeface="Times New Roman" panose="02020603050405020304" pitchFamily="18" charset="0"/>
              </a:rPr>
              <a:t> the </a:t>
            </a:r>
            <a:r>
              <a:rPr lang="uk-UA" sz="1600" err="1" smtClean="0">
                <a:cs typeface="Times New Roman" panose="02020603050405020304" pitchFamily="18" charset="0"/>
              </a:rPr>
              <a:t>bug</a:t>
            </a:r>
            <a:r>
              <a:rPr lang="uk-UA" sz="1600" smtClean="0">
                <a:cs typeface="Times New Roman" panose="02020603050405020304" pitchFamily="18" charset="0"/>
              </a:rPr>
              <a:t> </a:t>
            </a:r>
            <a:r>
              <a:rPr lang="uk-UA" sz="1600" err="1" smtClean="0">
                <a:cs typeface="Times New Roman" panose="02020603050405020304" pitchFamily="18" charset="0"/>
              </a:rPr>
              <a:t>to</a:t>
            </a:r>
            <a:r>
              <a:rPr lang="uk-UA" sz="1600" smtClean="0">
                <a:cs typeface="Times New Roman" panose="02020603050405020304" pitchFamily="18" charset="0"/>
              </a:rPr>
              <a:t> </a:t>
            </a:r>
            <a:r>
              <a:rPr lang="uk-UA" sz="1600" err="1" smtClean="0">
                <a:cs typeface="Times New Roman" panose="02020603050405020304" pitchFamily="18" charset="0"/>
              </a:rPr>
              <a:t>corresponding</a:t>
            </a:r>
            <a:r>
              <a:rPr lang="uk-UA" sz="1600" smtClean="0">
                <a:cs typeface="Times New Roman" panose="02020603050405020304" pitchFamily="18" charset="0"/>
              </a:rPr>
              <a:t> </a:t>
            </a:r>
            <a:r>
              <a:rPr lang="uk-UA" sz="1600" err="1" smtClean="0">
                <a:cs typeface="Times New Roman" panose="02020603050405020304" pitchFamily="18" charset="0"/>
              </a:rPr>
              <a:t>developer</a:t>
            </a:r>
            <a:r>
              <a:rPr lang="uk-UA" sz="1600" smtClean="0">
                <a:cs typeface="Times New Roman" panose="02020603050405020304" pitchFamily="18" charset="0"/>
              </a:rPr>
              <a:t> and the </a:t>
            </a:r>
            <a:r>
              <a:rPr lang="uk-UA" sz="1600" err="1" smtClean="0">
                <a:cs typeface="Times New Roman" panose="02020603050405020304" pitchFamily="18" charset="0"/>
              </a:rPr>
              <a:t>developer</a:t>
            </a:r>
            <a:r>
              <a:rPr lang="uk-UA" sz="1600" smtClean="0">
                <a:cs typeface="Times New Roman" panose="02020603050405020304" pitchFamily="18" charset="0"/>
              </a:rPr>
              <a:t> </a:t>
            </a:r>
            <a:r>
              <a:rPr lang="uk-UA" sz="1600" err="1" smtClean="0">
                <a:cs typeface="Times New Roman" panose="02020603050405020304" pitchFamily="18" charset="0"/>
              </a:rPr>
              <a:t>team</a:t>
            </a:r>
            <a:r>
              <a:rPr lang="uk-UA" sz="1600" smtClean="0">
                <a:cs typeface="Times New Roman" panose="02020603050405020304" pitchFamily="18" charset="0"/>
              </a:rPr>
              <a:t>.</a:t>
            </a:r>
            <a:endParaRPr lang="en-US" sz="1600" smtClean="0">
              <a:cs typeface="Times New Roman" panose="02020603050405020304" pitchFamily="18" charset="0"/>
            </a:endParaRPr>
          </a:p>
          <a:p>
            <a:r>
              <a:rPr lang="en-US" sz="1600" smtClean="0">
                <a:cs typeface="Times New Roman" panose="02020603050405020304" pitchFamily="18" charset="0"/>
              </a:rPr>
              <a:t> </a:t>
            </a:r>
            <a:r>
              <a:rPr lang="uk-UA" sz="1600" b="1" err="1" smtClean="0">
                <a:cs typeface="Times New Roman" panose="02020603050405020304" pitchFamily="18" charset="0"/>
              </a:rPr>
              <a:t>Open</a:t>
            </a:r>
            <a:r>
              <a:rPr lang="en-US" sz="1600">
                <a:cs typeface="Times New Roman" panose="02020603050405020304" pitchFamily="18" charset="0"/>
              </a:rPr>
              <a:t> </a:t>
            </a:r>
            <a:r>
              <a:rPr lang="en-US" sz="1600" smtClean="0">
                <a:cs typeface="Times New Roman" panose="02020603050405020304" pitchFamily="18" charset="0"/>
              </a:rPr>
              <a:t>-</a:t>
            </a:r>
            <a:r>
              <a:rPr lang="uk-UA" sz="1600">
                <a:cs typeface="Times New Roman" panose="02020603050405020304" pitchFamily="18" charset="0"/>
              </a:rPr>
              <a:t>  </a:t>
            </a:r>
            <a:r>
              <a:rPr lang="uk-UA" sz="1600" err="1">
                <a:cs typeface="Times New Roman" panose="02020603050405020304" pitchFamily="18" charset="0"/>
              </a:rPr>
              <a:t>At</a:t>
            </a:r>
            <a:r>
              <a:rPr lang="uk-UA" sz="1600">
                <a:cs typeface="Times New Roman" panose="02020603050405020304" pitchFamily="18" charset="0"/>
              </a:rPr>
              <a:t>  </a:t>
            </a:r>
            <a:r>
              <a:rPr lang="uk-UA" sz="1600" err="1">
                <a:cs typeface="Times New Roman" panose="02020603050405020304" pitchFamily="18" charset="0"/>
              </a:rPr>
              <a:t>this</a:t>
            </a:r>
            <a:r>
              <a:rPr lang="uk-UA" sz="1600">
                <a:cs typeface="Times New Roman" panose="02020603050405020304" pitchFamily="18" charset="0"/>
              </a:rPr>
              <a:t> </a:t>
            </a:r>
            <a:r>
              <a:rPr lang="uk-UA" sz="1600" err="1">
                <a:cs typeface="Times New Roman" panose="02020603050405020304" pitchFamily="18" charset="0"/>
              </a:rPr>
              <a:t>state</a:t>
            </a:r>
            <a:r>
              <a:rPr lang="uk-UA" sz="1600">
                <a:cs typeface="Times New Roman" panose="02020603050405020304" pitchFamily="18" charset="0"/>
              </a:rPr>
              <a:t> the </a:t>
            </a:r>
            <a:r>
              <a:rPr lang="uk-UA" sz="1600" err="1">
                <a:cs typeface="Times New Roman" panose="02020603050405020304" pitchFamily="18" charset="0"/>
              </a:rPr>
              <a:t>developer</a:t>
            </a:r>
            <a:r>
              <a:rPr lang="uk-UA" sz="1600">
                <a:cs typeface="Times New Roman" panose="02020603050405020304" pitchFamily="18" charset="0"/>
              </a:rPr>
              <a:t> </a:t>
            </a:r>
            <a:r>
              <a:rPr lang="uk-UA" sz="1600" err="1">
                <a:cs typeface="Times New Roman" panose="02020603050405020304" pitchFamily="18" charset="0"/>
              </a:rPr>
              <a:t>has</a:t>
            </a:r>
            <a:r>
              <a:rPr lang="uk-UA" sz="1600">
                <a:cs typeface="Times New Roman" panose="02020603050405020304" pitchFamily="18" charset="0"/>
              </a:rPr>
              <a:t> </a:t>
            </a:r>
            <a:r>
              <a:rPr lang="uk-UA" sz="1600" err="1">
                <a:cs typeface="Times New Roman" panose="02020603050405020304" pitchFamily="18" charset="0"/>
              </a:rPr>
              <a:t>started</a:t>
            </a:r>
            <a:r>
              <a:rPr lang="uk-UA" sz="1600">
                <a:cs typeface="Times New Roman" panose="02020603050405020304" pitchFamily="18" charset="0"/>
              </a:rPr>
              <a:t> </a:t>
            </a:r>
            <a:r>
              <a:rPr lang="uk-UA" sz="1600" err="1">
                <a:cs typeface="Times New Roman" panose="02020603050405020304" pitchFamily="18" charset="0"/>
              </a:rPr>
              <a:t>analyzing</a:t>
            </a:r>
            <a:r>
              <a:rPr lang="uk-UA" sz="1600">
                <a:cs typeface="Times New Roman" panose="02020603050405020304" pitchFamily="18" charset="0"/>
              </a:rPr>
              <a:t> and </a:t>
            </a:r>
            <a:r>
              <a:rPr lang="uk-UA" sz="1600" err="1">
                <a:cs typeface="Times New Roman" panose="02020603050405020304" pitchFamily="18" charset="0"/>
              </a:rPr>
              <a:t>working</a:t>
            </a:r>
            <a:r>
              <a:rPr lang="uk-UA" sz="1600">
                <a:cs typeface="Times New Roman" panose="02020603050405020304" pitchFamily="18" charset="0"/>
              </a:rPr>
              <a:t> </a:t>
            </a:r>
            <a:r>
              <a:rPr lang="uk-UA" sz="1600" err="1">
                <a:cs typeface="Times New Roman" panose="02020603050405020304" pitchFamily="18" charset="0"/>
              </a:rPr>
              <a:t>on</a:t>
            </a:r>
            <a:r>
              <a:rPr lang="uk-UA" sz="1600">
                <a:cs typeface="Times New Roman" panose="02020603050405020304" pitchFamily="18" charset="0"/>
              </a:rPr>
              <a:t> the defect </a:t>
            </a:r>
            <a:r>
              <a:rPr lang="uk-UA" sz="1600" err="1">
                <a:cs typeface="Times New Roman" panose="02020603050405020304" pitchFamily="18" charset="0"/>
              </a:rPr>
              <a:t>fix</a:t>
            </a:r>
            <a:r>
              <a:rPr lang="uk-UA" sz="1600" smtClean="0">
                <a:cs typeface="Times New Roman" panose="02020603050405020304" pitchFamily="18" charset="0"/>
              </a:rPr>
              <a:t>.</a:t>
            </a:r>
            <a:endParaRPr lang="en-US" sz="1600">
              <a:cs typeface="Times New Roman" panose="02020603050405020304" pitchFamily="18" charset="0"/>
            </a:endParaRPr>
          </a:p>
          <a:p>
            <a:pPr lvl="0"/>
            <a:r>
              <a:rPr lang="en-US" sz="1600" smtClean="0">
                <a:cs typeface="Times New Roman" panose="02020603050405020304" pitchFamily="18" charset="0"/>
              </a:rPr>
              <a:t> </a:t>
            </a:r>
            <a:r>
              <a:rPr lang="en-US" sz="1600" b="1" smtClean="0">
                <a:cs typeface="Times New Roman" panose="02020603050405020304" pitchFamily="18" charset="0"/>
              </a:rPr>
              <a:t>Fixed</a:t>
            </a:r>
            <a:r>
              <a:rPr lang="en-US" sz="1600" smtClean="0">
                <a:cs typeface="Times New Roman" panose="02020603050405020304" pitchFamily="18" charset="0"/>
              </a:rPr>
              <a:t> </a:t>
            </a:r>
            <a:r>
              <a:rPr lang="en-US" sz="1600">
                <a:cs typeface="Times New Roman" panose="02020603050405020304" pitchFamily="18" charset="0"/>
              </a:rPr>
              <a:t>- </a:t>
            </a:r>
            <a:r>
              <a:rPr lang="uk-UA" sz="1600" err="1">
                <a:cs typeface="Times New Roman" panose="02020603050405020304" pitchFamily="18" charset="0"/>
              </a:rPr>
              <a:t>When</a:t>
            </a:r>
            <a:r>
              <a:rPr lang="uk-UA" sz="1600">
                <a:cs typeface="Times New Roman" panose="02020603050405020304" pitchFamily="18" charset="0"/>
              </a:rPr>
              <a:t> </a:t>
            </a:r>
            <a:r>
              <a:rPr lang="uk-UA" sz="1600" err="1">
                <a:cs typeface="Times New Roman" panose="02020603050405020304" pitchFamily="18" charset="0"/>
              </a:rPr>
              <a:t>developer</a:t>
            </a:r>
            <a:r>
              <a:rPr lang="uk-UA" sz="1600">
                <a:cs typeface="Times New Roman" panose="02020603050405020304" pitchFamily="18" charset="0"/>
              </a:rPr>
              <a:t> </a:t>
            </a:r>
            <a:r>
              <a:rPr lang="uk-UA" sz="1600" err="1">
                <a:cs typeface="Times New Roman" panose="02020603050405020304" pitchFamily="18" charset="0"/>
              </a:rPr>
              <a:t>makes</a:t>
            </a:r>
            <a:r>
              <a:rPr lang="uk-UA" sz="1600">
                <a:cs typeface="Times New Roman" panose="02020603050405020304" pitchFamily="18" charset="0"/>
              </a:rPr>
              <a:t> </a:t>
            </a:r>
            <a:r>
              <a:rPr lang="uk-UA" sz="1600" err="1">
                <a:cs typeface="Times New Roman" panose="02020603050405020304" pitchFamily="18" charset="0"/>
              </a:rPr>
              <a:t>necessary</a:t>
            </a:r>
            <a:r>
              <a:rPr lang="uk-UA" sz="1600">
                <a:cs typeface="Times New Roman" panose="02020603050405020304" pitchFamily="18" charset="0"/>
              </a:rPr>
              <a:t> </a:t>
            </a:r>
            <a:r>
              <a:rPr lang="uk-UA" sz="1600" err="1">
                <a:cs typeface="Times New Roman" panose="02020603050405020304" pitchFamily="18" charset="0"/>
              </a:rPr>
              <a:t>code</a:t>
            </a:r>
            <a:r>
              <a:rPr lang="uk-UA" sz="1600">
                <a:cs typeface="Times New Roman" panose="02020603050405020304" pitchFamily="18" charset="0"/>
              </a:rPr>
              <a:t> </a:t>
            </a:r>
            <a:r>
              <a:rPr lang="uk-UA" sz="1600" err="1">
                <a:cs typeface="Times New Roman" panose="02020603050405020304" pitchFamily="18" charset="0"/>
              </a:rPr>
              <a:t>changes</a:t>
            </a:r>
            <a:r>
              <a:rPr lang="uk-UA" sz="1600">
                <a:cs typeface="Times New Roman" panose="02020603050405020304" pitchFamily="18" charset="0"/>
              </a:rPr>
              <a:t> and </a:t>
            </a:r>
            <a:r>
              <a:rPr lang="uk-UA" sz="1600" err="1">
                <a:cs typeface="Times New Roman" panose="02020603050405020304" pitchFamily="18" charset="0"/>
              </a:rPr>
              <a:t>verifies</a:t>
            </a:r>
            <a:r>
              <a:rPr lang="uk-UA" sz="1600">
                <a:cs typeface="Times New Roman" panose="02020603050405020304" pitchFamily="18" charset="0"/>
              </a:rPr>
              <a:t> the </a:t>
            </a:r>
            <a:r>
              <a:rPr lang="uk-UA" sz="1600" err="1">
                <a:cs typeface="Times New Roman" panose="02020603050405020304" pitchFamily="18" charset="0"/>
              </a:rPr>
              <a:t>changes</a:t>
            </a:r>
            <a:r>
              <a:rPr lang="uk-UA" sz="1600">
                <a:cs typeface="Times New Roman" panose="02020603050405020304" pitchFamily="18" charset="0"/>
              </a:rPr>
              <a:t> </a:t>
            </a:r>
            <a:r>
              <a:rPr lang="uk-UA" sz="1600" err="1">
                <a:cs typeface="Times New Roman" panose="02020603050405020304" pitchFamily="18" charset="0"/>
              </a:rPr>
              <a:t>then</a:t>
            </a:r>
            <a:r>
              <a:rPr lang="uk-UA" sz="1600">
                <a:cs typeface="Times New Roman" panose="02020603050405020304" pitchFamily="18" charset="0"/>
              </a:rPr>
              <a:t> he/</a:t>
            </a:r>
            <a:r>
              <a:rPr lang="uk-UA" sz="1600" err="1">
                <a:cs typeface="Times New Roman" panose="02020603050405020304" pitchFamily="18" charset="0"/>
              </a:rPr>
              <a:t>she</a:t>
            </a:r>
            <a:r>
              <a:rPr lang="uk-UA" sz="1600">
                <a:cs typeface="Times New Roman" panose="02020603050405020304" pitchFamily="18" charset="0"/>
              </a:rPr>
              <a:t> </a:t>
            </a:r>
            <a:r>
              <a:rPr lang="uk-UA" sz="1600" err="1">
                <a:cs typeface="Times New Roman" panose="02020603050405020304" pitchFamily="18" charset="0"/>
              </a:rPr>
              <a:t>can</a:t>
            </a:r>
            <a:r>
              <a:rPr lang="uk-UA" sz="1600">
                <a:cs typeface="Times New Roman" panose="02020603050405020304" pitchFamily="18" charset="0"/>
              </a:rPr>
              <a:t> </a:t>
            </a:r>
            <a:r>
              <a:rPr lang="uk-UA" sz="1600" err="1">
                <a:cs typeface="Times New Roman" panose="02020603050405020304" pitchFamily="18" charset="0"/>
              </a:rPr>
              <a:t>make</a:t>
            </a:r>
            <a:r>
              <a:rPr lang="uk-UA" sz="1600">
                <a:cs typeface="Times New Roman" panose="02020603050405020304" pitchFamily="18" charset="0"/>
              </a:rPr>
              <a:t>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status</a:t>
            </a:r>
            <a:r>
              <a:rPr lang="uk-UA" sz="1600">
                <a:cs typeface="Times New Roman" panose="02020603050405020304" pitchFamily="18" charset="0"/>
              </a:rPr>
              <a:t> as </a:t>
            </a:r>
            <a:r>
              <a:rPr lang="uk-UA" sz="1600" err="1">
                <a:cs typeface="Times New Roman" panose="02020603050405020304" pitchFamily="18" charset="0"/>
              </a:rPr>
              <a:t>‘Fixed’</a:t>
            </a:r>
            <a:r>
              <a:rPr lang="uk-UA" sz="1600">
                <a:cs typeface="Times New Roman" panose="02020603050405020304" pitchFamily="18" charset="0"/>
              </a:rPr>
              <a:t> and the </a:t>
            </a:r>
            <a:r>
              <a:rPr lang="uk-UA" sz="1600" err="1">
                <a:cs typeface="Times New Roman" panose="02020603050405020304" pitchFamily="18" charset="0"/>
              </a:rPr>
              <a:t>bug</a:t>
            </a:r>
            <a:r>
              <a:rPr lang="uk-UA" sz="1600">
                <a:cs typeface="Times New Roman" panose="02020603050405020304" pitchFamily="18" charset="0"/>
              </a:rPr>
              <a:t> is </a:t>
            </a:r>
            <a:r>
              <a:rPr lang="uk-UA" sz="1600" err="1">
                <a:cs typeface="Times New Roman" panose="02020603050405020304" pitchFamily="18" charset="0"/>
              </a:rPr>
              <a:t>passed</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testing </a:t>
            </a:r>
            <a:r>
              <a:rPr lang="uk-UA" sz="1600" err="1">
                <a:cs typeface="Times New Roman" panose="02020603050405020304" pitchFamily="18" charset="0"/>
              </a:rPr>
              <a:t>team</a:t>
            </a:r>
            <a:r>
              <a:rPr lang="uk-UA" sz="1600">
                <a:cs typeface="Times New Roman" panose="02020603050405020304" pitchFamily="18" charset="0"/>
              </a:rPr>
              <a:t>.</a:t>
            </a:r>
            <a:endParaRPr lang="ru-RU" sz="1600">
              <a:cs typeface="Times New Roman" panose="02020603050405020304" pitchFamily="18" charset="0"/>
            </a:endParaRPr>
          </a:p>
          <a:p>
            <a:r>
              <a:rPr lang="en-US" sz="1600" smtClean="0">
                <a:cs typeface="Times New Roman" panose="02020603050405020304" pitchFamily="18" charset="0"/>
              </a:rPr>
              <a:t> </a:t>
            </a:r>
            <a:r>
              <a:rPr lang="en-US" sz="1600" b="1" smtClean="0">
                <a:cs typeface="Times New Roman" panose="02020603050405020304" pitchFamily="18" charset="0"/>
              </a:rPr>
              <a:t>Verified</a:t>
            </a:r>
            <a:r>
              <a:rPr lang="en-US" sz="1600" smtClean="0">
                <a:cs typeface="Times New Roman" panose="02020603050405020304" pitchFamily="18" charset="0"/>
              </a:rPr>
              <a:t> </a:t>
            </a:r>
            <a:r>
              <a:rPr lang="en-US" sz="1600">
                <a:cs typeface="Times New Roman" panose="02020603050405020304" pitchFamily="18" charset="0"/>
              </a:rPr>
              <a:t>- </a:t>
            </a:r>
            <a:r>
              <a:rPr lang="uk-UA" sz="1600">
                <a:cs typeface="Times New Roman" panose="02020603050405020304" pitchFamily="18" charset="0"/>
              </a:rPr>
              <a:t>The tester </a:t>
            </a:r>
            <a:r>
              <a:rPr lang="uk-UA" sz="1600" err="1">
                <a:cs typeface="Times New Roman" panose="02020603050405020304" pitchFamily="18" charset="0"/>
              </a:rPr>
              <a:t>tests</a:t>
            </a:r>
            <a:r>
              <a:rPr lang="uk-UA" sz="1600">
                <a:cs typeface="Times New Roman" panose="02020603050405020304" pitchFamily="18" charset="0"/>
              </a:rPr>
              <a:t> the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again</a:t>
            </a:r>
            <a:r>
              <a:rPr lang="uk-UA" sz="1600">
                <a:cs typeface="Times New Roman" panose="02020603050405020304" pitchFamily="18" charset="0"/>
              </a:rPr>
              <a:t> after </a:t>
            </a:r>
            <a:r>
              <a:rPr lang="uk-UA" sz="1600" err="1">
                <a:cs typeface="Times New Roman" panose="02020603050405020304" pitchFamily="18" charset="0"/>
              </a:rPr>
              <a:t>it</a:t>
            </a:r>
            <a:r>
              <a:rPr lang="uk-UA" sz="1600">
                <a:cs typeface="Times New Roman" panose="02020603050405020304" pitchFamily="18" charset="0"/>
              </a:rPr>
              <a:t> </a:t>
            </a:r>
            <a:r>
              <a:rPr lang="uk-UA" sz="1600" err="1">
                <a:cs typeface="Times New Roman" panose="02020603050405020304" pitchFamily="18" charset="0"/>
              </a:rPr>
              <a:t>got</a:t>
            </a:r>
            <a:r>
              <a:rPr lang="uk-UA" sz="1600">
                <a:cs typeface="Times New Roman" panose="02020603050405020304" pitchFamily="18" charset="0"/>
              </a:rPr>
              <a:t> </a:t>
            </a:r>
            <a:r>
              <a:rPr lang="uk-UA" sz="1600" err="1">
                <a:cs typeface="Times New Roman" panose="02020603050405020304" pitchFamily="18" charset="0"/>
              </a:rPr>
              <a:t>fixed</a:t>
            </a:r>
            <a:r>
              <a:rPr lang="uk-UA" sz="1600">
                <a:cs typeface="Times New Roman" panose="02020603050405020304" pitchFamily="18" charset="0"/>
              </a:rPr>
              <a:t> </a:t>
            </a:r>
            <a:r>
              <a:rPr lang="uk-UA" sz="1600" err="1">
                <a:cs typeface="Times New Roman" panose="02020603050405020304" pitchFamily="18" charset="0"/>
              </a:rPr>
              <a:t>by</a:t>
            </a:r>
            <a:r>
              <a:rPr lang="uk-UA" sz="1600">
                <a:cs typeface="Times New Roman" panose="02020603050405020304" pitchFamily="18" charset="0"/>
              </a:rPr>
              <a:t> the </a:t>
            </a:r>
            <a:r>
              <a:rPr lang="uk-UA" sz="1600" err="1">
                <a:cs typeface="Times New Roman" panose="02020603050405020304" pitchFamily="18" charset="0"/>
              </a:rPr>
              <a:t>developer</a:t>
            </a:r>
            <a:r>
              <a:rPr lang="uk-UA" sz="1600">
                <a:cs typeface="Times New Roman" panose="02020603050405020304" pitchFamily="18" charset="0"/>
              </a:rPr>
              <a:t>. </a:t>
            </a:r>
            <a:endParaRPr lang="en-US" sz="1600">
              <a:cs typeface="Times New Roman" panose="02020603050405020304" pitchFamily="18" charset="0"/>
            </a:endParaRPr>
          </a:p>
          <a:p>
            <a:pPr lvl="0"/>
            <a:r>
              <a:rPr lang="en-US" sz="1600" smtClean="0">
                <a:cs typeface="Times New Roman" panose="02020603050405020304" pitchFamily="18" charset="0"/>
              </a:rPr>
              <a:t> </a:t>
            </a:r>
            <a:r>
              <a:rPr lang="en-US" sz="1600" b="1" smtClean="0">
                <a:cs typeface="Times New Roman" panose="02020603050405020304" pitchFamily="18" charset="0"/>
              </a:rPr>
              <a:t>Reopened</a:t>
            </a:r>
            <a:r>
              <a:rPr lang="en-US" sz="1600" smtClean="0">
                <a:cs typeface="Times New Roman" panose="02020603050405020304" pitchFamily="18" charset="0"/>
              </a:rPr>
              <a:t> </a:t>
            </a:r>
            <a:r>
              <a:rPr lang="en-US" sz="1600">
                <a:cs typeface="Times New Roman" panose="02020603050405020304" pitchFamily="18" charset="0"/>
              </a:rPr>
              <a:t>- </a:t>
            </a:r>
            <a:r>
              <a:rPr lang="uk-UA" sz="1600" err="1">
                <a:cs typeface="Times New Roman" panose="02020603050405020304" pitchFamily="18" charset="0"/>
              </a:rPr>
              <a:t>If</a:t>
            </a:r>
            <a:r>
              <a:rPr lang="uk-UA" sz="1600">
                <a:cs typeface="Times New Roman" panose="02020603050405020304" pitchFamily="18" charset="0"/>
              </a:rPr>
              <a:t> the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still</a:t>
            </a:r>
            <a:r>
              <a:rPr lang="uk-UA" sz="1600">
                <a:cs typeface="Times New Roman" panose="02020603050405020304" pitchFamily="18" charset="0"/>
              </a:rPr>
              <a:t> </a:t>
            </a:r>
            <a:r>
              <a:rPr lang="uk-UA" sz="1600" err="1">
                <a:cs typeface="Times New Roman" panose="02020603050405020304" pitchFamily="18" charset="0"/>
              </a:rPr>
              <a:t>exists</a:t>
            </a:r>
            <a:r>
              <a:rPr lang="uk-UA" sz="1600">
                <a:cs typeface="Times New Roman" panose="02020603050405020304" pitchFamily="18" charset="0"/>
              </a:rPr>
              <a:t> </a:t>
            </a:r>
            <a:r>
              <a:rPr lang="uk-UA" sz="1600" err="1">
                <a:cs typeface="Times New Roman" panose="02020603050405020304" pitchFamily="18" charset="0"/>
              </a:rPr>
              <a:t>even</a:t>
            </a:r>
            <a:r>
              <a:rPr lang="uk-UA" sz="1600">
                <a:cs typeface="Times New Roman" panose="02020603050405020304" pitchFamily="18" charset="0"/>
              </a:rPr>
              <a:t> after the </a:t>
            </a:r>
            <a:r>
              <a:rPr lang="uk-UA" sz="1600" err="1">
                <a:cs typeface="Times New Roman" panose="02020603050405020304" pitchFamily="18" charset="0"/>
              </a:rPr>
              <a:t>bug</a:t>
            </a:r>
            <a:r>
              <a:rPr lang="uk-UA" sz="1600">
                <a:cs typeface="Times New Roman" panose="02020603050405020304" pitchFamily="18" charset="0"/>
              </a:rPr>
              <a:t> is </a:t>
            </a:r>
            <a:r>
              <a:rPr lang="uk-UA" sz="1600" err="1">
                <a:cs typeface="Times New Roman" panose="02020603050405020304" pitchFamily="18" charset="0"/>
              </a:rPr>
              <a:t>fixed</a:t>
            </a:r>
            <a:r>
              <a:rPr lang="uk-UA" sz="1600">
                <a:cs typeface="Times New Roman" panose="02020603050405020304" pitchFamily="18" charset="0"/>
              </a:rPr>
              <a:t> </a:t>
            </a:r>
            <a:r>
              <a:rPr lang="uk-UA" sz="1600" err="1">
                <a:cs typeface="Times New Roman" panose="02020603050405020304" pitchFamily="18" charset="0"/>
              </a:rPr>
              <a:t>by</a:t>
            </a:r>
            <a:r>
              <a:rPr lang="uk-UA" sz="1600">
                <a:cs typeface="Times New Roman" panose="02020603050405020304" pitchFamily="18" charset="0"/>
              </a:rPr>
              <a:t> the </a:t>
            </a:r>
            <a:r>
              <a:rPr lang="uk-UA" sz="1600" err="1">
                <a:cs typeface="Times New Roman" panose="02020603050405020304" pitchFamily="18" charset="0"/>
              </a:rPr>
              <a:t>developer</a:t>
            </a:r>
            <a:r>
              <a:rPr lang="uk-UA" sz="1600">
                <a:cs typeface="Times New Roman" panose="02020603050405020304" pitchFamily="18" charset="0"/>
              </a:rPr>
              <a:t>, the tester </a:t>
            </a:r>
            <a:r>
              <a:rPr lang="uk-UA" sz="1600" err="1">
                <a:cs typeface="Times New Roman" panose="02020603050405020304" pitchFamily="18" charset="0"/>
              </a:rPr>
              <a:t>changes</a:t>
            </a:r>
            <a:r>
              <a:rPr lang="uk-UA" sz="1600">
                <a:cs typeface="Times New Roman" panose="02020603050405020304" pitchFamily="18" charset="0"/>
              </a:rPr>
              <a:t> the </a:t>
            </a:r>
            <a:r>
              <a:rPr lang="uk-UA" sz="1600" err="1">
                <a:cs typeface="Times New Roman" panose="02020603050405020304" pitchFamily="18" charset="0"/>
              </a:rPr>
              <a:t>status</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“reopened”</a:t>
            </a:r>
            <a:r>
              <a:rPr lang="uk-UA" sz="1600">
                <a:cs typeface="Times New Roman" panose="02020603050405020304" pitchFamily="18" charset="0"/>
              </a:rPr>
              <a:t>. The </a:t>
            </a:r>
            <a:r>
              <a:rPr lang="uk-UA" sz="1600" err="1">
                <a:cs typeface="Times New Roman" panose="02020603050405020304" pitchFamily="18" charset="0"/>
              </a:rPr>
              <a:t>bug</a:t>
            </a:r>
            <a:r>
              <a:rPr lang="uk-UA" sz="1600">
                <a:cs typeface="Times New Roman" panose="02020603050405020304" pitchFamily="18" charset="0"/>
              </a:rPr>
              <a:t> goes through the life cycle </a:t>
            </a:r>
            <a:r>
              <a:rPr lang="uk-UA" sz="1600" err="1">
                <a:cs typeface="Times New Roman" panose="02020603050405020304" pitchFamily="18" charset="0"/>
              </a:rPr>
              <a:t>once</a:t>
            </a:r>
            <a:r>
              <a:rPr lang="uk-UA" sz="1600">
                <a:cs typeface="Times New Roman" panose="02020603050405020304" pitchFamily="18" charset="0"/>
              </a:rPr>
              <a:t> </a:t>
            </a:r>
            <a:r>
              <a:rPr lang="uk-UA" sz="1600" err="1">
                <a:cs typeface="Times New Roman" panose="02020603050405020304" pitchFamily="18" charset="0"/>
              </a:rPr>
              <a:t>again</a:t>
            </a:r>
            <a:r>
              <a:rPr lang="uk-UA" sz="1600">
                <a:cs typeface="Times New Roman" panose="02020603050405020304" pitchFamily="18" charset="0"/>
              </a:rPr>
              <a:t>.</a:t>
            </a:r>
            <a:endParaRPr lang="ru-RU" sz="1600">
              <a:cs typeface="Times New Roman" panose="02020603050405020304" pitchFamily="18" charset="0"/>
            </a:endParaRPr>
          </a:p>
          <a:p>
            <a:pPr lvl="0"/>
            <a:r>
              <a:rPr lang="en-US" sz="1600" smtClean="0">
                <a:cs typeface="Times New Roman" panose="02020603050405020304" pitchFamily="18" charset="0"/>
              </a:rPr>
              <a:t> </a:t>
            </a:r>
            <a:r>
              <a:rPr lang="en-US" sz="1600" b="1" smtClean="0">
                <a:cs typeface="Times New Roman" panose="02020603050405020304" pitchFamily="18" charset="0"/>
              </a:rPr>
              <a:t>Closed </a:t>
            </a:r>
            <a:r>
              <a:rPr lang="en-US" sz="1600" b="1">
                <a:cs typeface="Times New Roman" panose="02020603050405020304" pitchFamily="18" charset="0"/>
              </a:rPr>
              <a:t>bug </a:t>
            </a:r>
            <a:r>
              <a:rPr lang="en-US" sz="1600">
                <a:cs typeface="Times New Roman" panose="02020603050405020304" pitchFamily="18" charset="0"/>
              </a:rPr>
              <a:t>- </a:t>
            </a:r>
            <a:r>
              <a:rPr lang="uk-UA" sz="1600" err="1">
                <a:cs typeface="Times New Roman" panose="02020603050405020304" pitchFamily="18" charset="0"/>
              </a:rPr>
              <a:t>Once</a:t>
            </a:r>
            <a:r>
              <a:rPr lang="uk-UA" sz="1600">
                <a:cs typeface="Times New Roman" panose="02020603050405020304" pitchFamily="18" charset="0"/>
              </a:rPr>
              <a:t> the </a:t>
            </a:r>
            <a:r>
              <a:rPr lang="uk-UA" sz="1600" err="1">
                <a:cs typeface="Times New Roman" panose="02020603050405020304" pitchFamily="18" charset="0"/>
              </a:rPr>
              <a:t>bug</a:t>
            </a:r>
            <a:r>
              <a:rPr lang="uk-UA" sz="1600">
                <a:cs typeface="Times New Roman" panose="02020603050405020304" pitchFamily="18" charset="0"/>
              </a:rPr>
              <a:t> is </a:t>
            </a:r>
            <a:r>
              <a:rPr lang="uk-UA" sz="1600" err="1">
                <a:cs typeface="Times New Roman" panose="02020603050405020304" pitchFamily="18" charset="0"/>
              </a:rPr>
              <a:t>fixed</a:t>
            </a:r>
            <a:r>
              <a:rPr lang="uk-UA" sz="1600">
                <a:cs typeface="Times New Roman" panose="02020603050405020304" pitchFamily="18" charset="0"/>
              </a:rPr>
              <a:t>, </a:t>
            </a:r>
            <a:r>
              <a:rPr lang="uk-UA" sz="1600" err="1">
                <a:cs typeface="Times New Roman" panose="02020603050405020304" pitchFamily="18" charset="0"/>
              </a:rPr>
              <a:t>it</a:t>
            </a:r>
            <a:r>
              <a:rPr lang="uk-UA" sz="1600">
                <a:cs typeface="Times New Roman" panose="02020603050405020304" pitchFamily="18" charset="0"/>
              </a:rPr>
              <a:t> is </a:t>
            </a:r>
            <a:r>
              <a:rPr lang="uk-UA" sz="1600" err="1">
                <a:cs typeface="Times New Roman" panose="02020603050405020304" pitchFamily="18" charset="0"/>
              </a:rPr>
              <a:t>tested</a:t>
            </a:r>
            <a:r>
              <a:rPr lang="uk-UA" sz="1600">
                <a:cs typeface="Times New Roman" panose="02020603050405020304" pitchFamily="18" charset="0"/>
              </a:rPr>
              <a:t> </a:t>
            </a:r>
            <a:r>
              <a:rPr lang="uk-UA" sz="1600" err="1">
                <a:cs typeface="Times New Roman" panose="02020603050405020304" pitchFamily="18" charset="0"/>
              </a:rPr>
              <a:t>by</a:t>
            </a:r>
            <a:r>
              <a:rPr lang="uk-UA" sz="1600">
                <a:cs typeface="Times New Roman" panose="02020603050405020304" pitchFamily="18" charset="0"/>
              </a:rPr>
              <a:t> the tester. </a:t>
            </a:r>
            <a:r>
              <a:rPr lang="uk-UA" sz="1600" err="1">
                <a:cs typeface="Times New Roman" panose="02020603050405020304" pitchFamily="18" charset="0"/>
              </a:rPr>
              <a:t>If</a:t>
            </a:r>
            <a:r>
              <a:rPr lang="uk-UA" sz="1600">
                <a:cs typeface="Times New Roman" panose="02020603050405020304" pitchFamily="18" charset="0"/>
              </a:rPr>
              <a:t> the tester </a:t>
            </a:r>
            <a:r>
              <a:rPr lang="uk-UA" sz="1600" err="1">
                <a:cs typeface="Times New Roman" panose="02020603050405020304" pitchFamily="18" charset="0"/>
              </a:rPr>
              <a:t>feels</a:t>
            </a:r>
            <a:r>
              <a:rPr lang="uk-UA" sz="1600">
                <a:cs typeface="Times New Roman" panose="02020603050405020304" pitchFamily="18" charset="0"/>
              </a:rPr>
              <a:t> that the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no</a:t>
            </a:r>
            <a:r>
              <a:rPr lang="uk-UA" sz="1600">
                <a:cs typeface="Times New Roman" panose="02020603050405020304" pitchFamily="18" charset="0"/>
              </a:rPr>
              <a:t> </a:t>
            </a:r>
            <a:r>
              <a:rPr lang="uk-UA" sz="1600" err="1">
                <a:cs typeface="Times New Roman" panose="02020603050405020304" pitchFamily="18" charset="0"/>
              </a:rPr>
              <a:t>longer</a:t>
            </a:r>
            <a:r>
              <a:rPr lang="uk-UA" sz="1600">
                <a:cs typeface="Times New Roman" panose="02020603050405020304" pitchFamily="18" charset="0"/>
              </a:rPr>
              <a:t> </a:t>
            </a:r>
            <a:r>
              <a:rPr lang="uk-UA" sz="1600" err="1">
                <a:cs typeface="Times New Roman" panose="02020603050405020304" pitchFamily="18" charset="0"/>
              </a:rPr>
              <a:t>exists</a:t>
            </a:r>
            <a:r>
              <a:rPr lang="uk-UA" sz="1600">
                <a:cs typeface="Times New Roman" panose="02020603050405020304" pitchFamily="18" charset="0"/>
              </a:rPr>
              <a:t> in the </a:t>
            </a:r>
            <a:r>
              <a:rPr lang="uk-UA" sz="1600" err="1">
                <a:cs typeface="Times New Roman" panose="02020603050405020304" pitchFamily="18" charset="0"/>
              </a:rPr>
              <a:t>software</a:t>
            </a:r>
            <a:r>
              <a:rPr lang="uk-UA" sz="1600">
                <a:cs typeface="Times New Roman" panose="02020603050405020304" pitchFamily="18" charset="0"/>
              </a:rPr>
              <a:t>, he </a:t>
            </a:r>
            <a:r>
              <a:rPr lang="uk-UA" sz="1600" err="1">
                <a:cs typeface="Times New Roman" panose="02020603050405020304" pitchFamily="18" charset="0"/>
              </a:rPr>
              <a:t>changes</a:t>
            </a:r>
            <a:r>
              <a:rPr lang="uk-UA" sz="1600">
                <a:cs typeface="Times New Roman" panose="02020603050405020304" pitchFamily="18" charset="0"/>
              </a:rPr>
              <a:t> the </a:t>
            </a:r>
            <a:r>
              <a:rPr lang="uk-UA" sz="1600" err="1">
                <a:cs typeface="Times New Roman" panose="02020603050405020304" pitchFamily="18" charset="0"/>
              </a:rPr>
              <a:t>status</a:t>
            </a:r>
            <a:r>
              <a:rPr lang="uk-UA" sz="1600">
                <a:cs typeface="Times New Roman" panose="02020603050405020304" pitchFamily="18" charset="0"/>
              </a:rPr>
              <a:t> of the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“closed”</a:t>
            </a:r>
            <a:r>
              <a:rPr lang="uk-UA" sz="1600">
                <a:cs typeface="Times New Roman" panose="02020603050405020304" pitchFamily="18" charset="0"/>
              </a:rPr>
              <a:t>. </a:t>
            </a:r>
            <a:r>
              <a:rPr lang="uk-UA" sz="1600" err="1">
                <a:cs typeface="Times New Roman" panose="02020603050405020304" pitchFamily="18" charset="0"/>
              </a:rPr>
              <a:t>This</a:t>
            </a:r>
            <a:r>
              <a:rPr lang="uk-UA" sz="1600">
                <a:cs typeface="Times New Roman" panose="02020603050405020304" pitchFamily="18" charset="0"/>
              </a:rPr>
              <a:t> </a:t>
            </a:r>
            <a:r>
              <a:rPr lang="uk-UA" sz="1600" err="1">
                <a:cs typeface="Times New Roman" panose="02020603050405020304" pitchFamily="18" charset="0"/>
              </a:rPr>
              <a:t>state</a:t>
            </a:r>
            <a:r>
              <a:rPr lang="uk-UA" sz="1600">
                <a:cs typeface="Times New Roman" panose="02020603050405020304" pitchFamily="18" charset="0"/>
              </a:rPr>
              <a:t> </a:t>
            </a:r>
            <a:r>
              <a:rPr lang="uk-UA" sz="1600" err="1">
                <a:cs typeface="Times New Roman" panose="02020603050405020304" pitchFamily="18" charset="0"/>
              </a:rPr>
              <a:t>means</a:t>
            </a:r>
            <a:r>
              <a:rPr lang="uk-UA" sz="1600">
                <a:cs typeface="Times New Roman" panose="02020603050405020304" pitchFamily="18" charset="0"/>
              </a:rPr>
              <a:t> that the </a:t>
            </a:r>
            <a:r>
              <a:rPr lang="uk-UA" sz="1600" err="1">
                <a:cs typeface="Times New Roman" panose="02020603050405020304" pitchFamily="18" charset="0"/>
              </a:rPr>
              <a:t>bug</a:t>
            </a:r>
            <a:r>
              <a:rPr lang="uk-UA" sz="1600">
                <a:cs typeface="Times New Roman" panose="02020603050405020304" pitchFamily="18" charset="0"/>
              </a:rPr>
              <a:t> is </a:t>
            </a:r>
            <a:r>
              <a:rPr lang="uk-UA" sz="1600" err="1">
                <a:cs typeface="Times New Roman" panose="02020603050405020304" pitchFamily="18" charset="0"/>
              </a:rPr>
              <a:t>fixed</a:t>
            </a:r>
            <a:r>
              <a:rPr lang="uk-UA" sz="1600">
                <a:cs typeface="Times New Roman" panose="02020603050405020304" pitchFamily="18" charset="0"/>
              </a:rPr>
              <a:t>, </a:t>
            </a:r>
            <a:r>
              <a:rPr lang="uk-UA" sz="1600" err="1">
                <a:cs typeface="Times New Roman" panose="02020603050405020304" pitchFamily="18" charset="0"/>
              </a:rPr>
              <a:t>tested</a:t>
            </a:r>
            <a:r>
              <a:rPr lang="uk-UA" sz="1600">
                <a:cs typeface="Times New Roman" panose="02020603050405020304" pitchFamily="18" charset="0"/>
              </a:rPr>
              <a:t> and </a:t>
            </a:r>
            <a:r>
              <a:rPr lang="uk-UA" sz="1600" err="1">
                <a:cs typeface="Times New Roman" panose="02020603050405020304" pitchFamily="18" charset="0"/>
              </a:rPr>
              <a:t>approved</a:t>
            </a:r>
            <a:r>
              <a:rPr lang="uk-UA" sz="1600">
                <a:cs typeface="Times New Roman" panose="02020603050405020304" pitchFamily="18" charset="0"/>
              </a:rPr>
              <a:t>.</a:t>
            </a:r>
            <a:endParaRPr lang="ru-RU" sz="1600">
              <a:cs typeface="Times New Roman" panose="02020603050405020304" pitchFamily="18" charset="0"/>
            </a:endParaRPr>
          </a:p>
          <a:p>
            <a:pPr marL="203200" indent="0">
              <a:buNone/>
            </a:pPr>
            <a:endParaRPr/>
          </a:p>
        </p:txBody>
      </p:sp>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2200" y="692696"/>
            <a:ext cx="2304256" cy="1440160"/>
          </a:xfrm>
          <a:prstGeom prst="rect">
            <a:avLst/>
          </a:prstGeom>
        </p:spPr>
      </p:pic>
    </p:spTree>
    <p:extLst>
      <p:ext uri="{BB962C8B-B14F-4D97-AF65-F5344CB8AC3E}">
        <p14:creationId xmlns:p14="http://schemas.microsoft.com/office/powerpoint/2010/main" val="1558377095"/>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bigstock-Software-Programmer-39371623-300x215.jpg"/>
          <p:cNvPicPr>
            <a:picLocks noChangeAspect="1"/>
          </p:cNvPicPr>
          <p:nvPr/>
        </p:nvPicPr>
        <p:blipFill>
          <a:blip r:embed="rId2"/>
          <a:stretch>
            <a:fillRect/>
          </a:stretch>
        </p:blipFill>
        <p:spPr>
          <a:xfrm>
            <a:off x="3347864" y="4606331"/>
            <a:ext cx="2376264" cy="1702989"/>
          </a:xfrm>
          <a:prstGeom prst="rect">
            <a:avLst/>
          </a:prstGeom>
        </p:spPr>
      </p:pic>
      <p:sp>
        <p:nvSpPr>
          <p:cNvPr id="2" name="Заголовок 1"/>
          <p:cNvSpPr>
            <a:spLocks noGrp="1"/>
          </p:cNvSpPr>
          <p:nvPr>
            <p:ph type="title"/>
          </p:nvPr>
        </p:nvSpPr>
        <p:spPr/>
        <p:txBody>
          <a:bodyPr/>
          <a:lstStyle/>
          <a:p>
            <a:r>
              <a:rPr lang="en-US" smtClean="0"/>
              <a:t>Bug tracking</a:t>
            </a:r>
            <a:endParaRPr lang="ru-RU"/>
          </a:p>
        </p:txBody>
      </p:sp>
      <p:sp>
        <p:nvSpPr>
          <p:cNvPr id="3" name="Текст 2"/>
          <p:cNvSpPr>
            <a:spLocks noGrp="1"/>
          </p:cNvSpPr>
          <p:nvPr>
            <p:ph type="body" idx="1"/>
          </p:nvPr>
        </p:nvSpPr>
        <p:spPr/>
        <p:txBody>
          <a:bodyPr numCol="1"/>
          <a:lstStyle/>
          <a:p>
            <a:pPr marL="203200" indent="0">
              <a:buNone/>
            </a:pPr>
            <a:r>
              <a:rPr lang="uk-UA" sz="1600" b="1" smtClean="0">
                <a:cs typeface="Times New Roman" panose="02020603050405020304" pitchFamily="18" charset="0"/>
              </a:rPr>
              <a:t>Bug </a:t>
            </a:r>
            <a:r>
              <a:rPr lang="uk-UA" sz="1600" b="1" err="1">
                <a:cs typeface="Times New Roman" panose="02020603050405020304" pitchFamily="18" charset="0"/>
              </a:rPr>
              <a:t>tracking</a:t>
            </a:r>
            <a:r>
              <a:rPr lang="uk-UA" sz="1600" b="1">
                <a:cs typeface="Times New Roman" panose="02020603050405020304" pitchFamily="18" charset="0"/>
              </a:rPr>
              <a:t> is a </a:t>
            </a:r>
            <a:r>
              <a:rPr lang="uk-UA" sz="1600" b="1" err="1">
                <a:cs typeface="Times New Roman" panose="02020603050405020304" pitchFamily="18" charset="0"/>
              </a:rPr>
              <a:t>process</a:t>
            </a:r>
            <a:r>
              <a:rPr lang="uk-UA" sz="1600">
                <a:cs typeface="Times New Roman" panose="02020603050405020304" pitchFamily="18" charset="0"/>
              </a:rPr>
              <a:t> </a:t>
            </a:r>
            <a:r>
              <a:rPr lang="uk-UA" sz="1600" err="1">
                <a:cs typeface="Times New Roman" panose="02020603050405020304" pitchFamily="18" charset="0"/>
              </a:rPr>
              <a:t>used</a:t>
            </a:r>
            <a:r>
              <a:rPr lang="uk-UA" sz="1600">
                <a:cs typeface="Times New Roman" panose="02020603050405020304" pitchFamily="18" charset="0"/>
              </a:rPr>
              <a:t> </a:t>
            </a:r>
            <a:r>
              <a:rPr lang="uk-UA" sz="1600" err="1">
                <a:cs typeface="Times New Roman" panose="02020603050405020304" pitchFamily="18" charset="0"/>
              </a:rPr>
              <a:t>by</a:t>
            </a:r>
            <a:r>
              <a:rPr lang="uk-UA" sz="1600">
                <a:cs typeface="Times New Roman" panose="02020603050405020304" pitchFamily="18" charset="0"/>
              </a:rPr>
              <a:t> </a:t>
            </a:r>
            <a:r>
              <a:rPr lang="uk-UA" sz="1600" err="1">
                <a:cs typeface="Times New Roman" panose="02020603050405020304" pitchFamily="18" charset="0"/>
              </a:rPr>
              <a:t>quality</a:t>
            </a:r>
            <a:r>
              <a:rPr lang="uk-UA" sz="1600">
                <a:cs typeface="Times New Roman" panose="02020603050405020304" pitchFamily="18" charset="0"/>
              </a:rPr>
              <a:t> </a:t>
            </a:r>
            <a:r>
              <a:rPr lang="uk-UA" sz="1600" err="1">
                <a:cs typeface="Times New Roman" panose="02020603050405020304" pitchFamily="18" charset="0"/>
              </a:rPr>
              <a:t>assurance</a:t>
            </a:r>
            <a:r>
              <a:rPr lang="uk-UA" sz="1600">
                <a:cs typeface="Times New Roman" panose="02020603050405020304" pitchFamily="18" charset="0"/>
              </a:rPr>
              <a:t> </a:t>
            </a:r>
            <a:r>
              <a:rPr lang="uk-UA" sz="1600" err="1">
                <a:cs typeface="Times New Roman" panose="02020603050405020304" pitchFamily="18" charset="0"/>
              </a:rPr>
              <a:t>personnel</a:t>
            </a:r>
            <a:r>
              <a:rPr lang="uk-UA" sz="1600">
                <a:cs typeface="Times New Roman" panose="02020603050405020304" pitchFamily="18" charset="0"/>
              </a:rPr>
              <a:t> and </a:t>
            </a:r>
            <a:r>
              <a:rPr lang="uk-UA" sz="1600" err="1">
                <a:cs typeface="Times New Roman" panose="02020603050405020304" pitchFamily="18" charset="0"/>
              </a:rPr>
              <a:t>programmers</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keep</a:t>
            </a:r>
            <a:r>
              <a:rPr lang="uk-UA" sz="1600">
                <a:cs typeface="Times New Roman" panose="02020603050405020304" pitchFamily="18" charset="0"/>
              </a:rPr>
              <a:t> </a:t>
            </a:r>
            <a:r>
              <a:rPr lang="uk-UA" sz="1600" err="1">
                <a:cs typeface="Times New Roman" panose="02020603050405020304" pitchFamily="18" charset="0"/>
              </a:rPr>
              <a:t>track</a:t>
            </a:r>
            <a:r>
              <a:rPr lang="uk-UA" sz="1600">
                <a:cs typeface="Times New Roman" panose="02020603050405020304" pitchFamily="18" charset="0"/>
              </a:rPr>
              <a:t> of </a:t>
            </a:r>
            <a:r>
              <a:rPr lang="uk-UA" sz="1600" err="1">
                <a:cs typeface="Times New Roman" panose="02020603050405020304" pitchFamily="18" charset="0"/>
              </a:rPr>
              <a:t>software</a:t>
            </a:r>
            <a:r>
              <a:rPr lang="uk-UA" sz="1600">
                <a:cs typeface="Times New Roman" panose="02020603050405020304" pitchFamily="18" charset="0"/>
              </a:rPr>
              <a:t> </a:t>
            </a:r>
            <a:r>
              <a:rPr lang="uk-UA" sz="1600" err="1">
                <a:cs typeface="Times New Roman" panose="02020603050405020304" pitchFamily="18" charset="0"/>
              </a:rPr>
              <a:t>problems</a:t>
            </a:r>
            <a:r>
              <a:rPr lang="uk-UA" sz="1600">
                <a:cs typeface="Times New Roman" panose="02020603050405020304" pitchFamily="18" charset="0"/>
              </a:rPr>
              <a:t> and </a:t>
            </a:r>
            <a:r>
              <a:rPr lang="uk-UA" sz="1600" err="1">
                <a:cs typeface="Times New Roman" panose="02020603050405020304" pitchFamily="18" charset="0"/>
              </a:rPr>
              <a:t>resolutions</a:t>
            </a:r>
            <a:r>
              <a:rPr lang="uk-UA" sz="1600" smtClean="0">
                <a:cs typeface="Times New Roman" panose="02020603050405020304" pitchFamily="18" charset="0"/>
              </a:rPr>
              <a:t>. </a:t>
            </a:r>
            <a:r>
              <a:rPr lang="uk-UA" sz="1600">
                <a:cs typeface="Times New Roman" panose="02020603050405020304" pitchFamily="18" charset="0"/>
              </a:rPr>
              <a:t/>
            </a:r>
            <a:br>
              <a:rPr lang="uk-UA" sz="1600">
                <a:cs typeface="Times New Roman" panose="02020603050405020304" pitchFamily="18" charset="0"/>
              </a:rPr>
            </a:br>
            <a:r>
              <a:rPr lang="en-US" sz="1600" b="1" smtClean="0">
                <a:cs typeface="Times New Roman" panose="02020603050405020304" pitchFamily="18" charset="0"/>
              </a:rPr>
              <a:t>Bug tracking </a:t>
            </a:r>
            <a:r>
              <a:rPr lang="en-US" sz="1600" smtClean="0">
                <a:cs typeface="Times New Roman" panose="02020603050405020304" pitchFamily="18" charset="0"/>
              </a:rPr>
              <a:t>is important since complex software products can have tens of thousands of defects (or possibly more). Managing, evaluating and prioritizing these defects is a time consuming task. To help with this task, development teams use bug tracking software which are database systems that store defects and help team members manage issues.</a:t>
            </a:r>
          </a:p>
          <a:p>
            <a:pPr marL="203200" indent="0">
              <a:buNone/>
            </a:pPr>
            <a:r>
              <a:rPr lang="uk-UA" sz="1600" b="1" smtClean="0">
                <a:cs typeface="Times New Roman" panose="02020603050405020304" pitchFamily="18" charset="0"/>
              </a:rPr>
              <a:t>Bug </a:t>
            </a:r>
            <a:r>
              <a:rPr lang="uk-UA" sz="1600" b="1" err="1">
                <a:cs typeface="Times New Roman" panose="02020603050405020304" pitchFamily="18" charset="0"/>
              </a:rPr>
              <a:t>tracking</a:t>
            </a:r>
            <a:r>
              <a:rPr lang="uk-UA" sz="1600" b="1">
                <a:cs typeface="Times New Roman" panose="02020603050405020304" pitchFamily="18" charset="0"/>
              </a:rPr>
              <a:t> </a:t>
            </a:r>
            <a:r>
              <a:rPr lang="uk-UA" sz="1600" b="1" err="1">
                <a:cs typeface="Times New Roman" panose="02020603050405020304" pitchFamily="18" charset="0"/>
              </a:rPr>
              <a:t>systems</a:t>
            </a:r>
            <a:r>
              <a:rPr lang="uk-UA" sz="1600" b="1">
                <a:cs typeface="Times New Roman" panose="02020603050405020304" pitchFamily="18" charset="0"/>
              </a:rPr>
              <a:t> include a </a:t>
            </a:r>
            <a:r>
              <a:rPr lang="uk-UA" sz="1600" b="1" err="1">
                <a:cs typeface="Times New Roman" panose="02020603050405020304" pitchFamily="18" charset="0"/>
              </a:rPr>
              <a:t>database</a:t>
            </a:r>
            <a:r>
              <a:rPr lang="uk-UA" sz="1600" b="1">
                <a:cs typeface="Times New Roman" panose="02020603050405020304" pitchFamily="18" charset="0"/>
              </a:rPr>
              <a:t>, </a:t>
            </a:r>
            <a:r>
              <a:rPr lang="uk-UA" sz="1600">
                <a:cs typeface="Times New Roman" panose="02020603050405020304" pitchFamily="18" charset="0"/>
              </a:rPr>
              <a:t>which </a:t>
            </a:r>
            <a:r>
              <a:rPr lang="uk-UA" sz="1600" err="1">
                <a:cs typeface="Times New Roman" panose="02020603050405020304" pitchFamily="18" charset="0"/>
              </a:rPr>
              <a:t>keeps</a:t>
            </a:r>
            <a:r>
              <a:rPr lang="uk-UA" sz="1600">
                <a:cs typeface="Times New Roman" panose="02020603050405020304" pitchFamily="18" charset="0"/>
              </a:rPr>
              <a:t> </a:t>
            </a:r>
            <a:r>
              <a:rPr lang="uk-UA" sz="1600" err="1">
                <a:cs typeface="Times New Roman" panose="02020603050405020304" pitchFamily="18" charset="0"/>
              </a:rPr>
              <a:t>track</a:t>
            </a:r>
            <a:r>
              <a:rPr lang="uk-UA" sz="1600">
                <a:cs typeface="Times New Roman" panose="02020603050405020304" pitchFamily="18" charset="0"/>
              </a:rPr>
              <a:t> of </a:t>
            </a:r>
            <a:r>
              <a:rPr lang="uk-UA" sz="1600" err="1">
                <a:cs typeface="Times New Roman" panose="02020603050405020304" pitchFamily="18" charset="0"/>
              </a:rPr>
              <a:t>facts</a:t>
            </a:r>
            <a:r>
              <a:rPr lang="uk-UA" sz="1600">
                <a:cs typeface="Times New Roman" panose="02020603050405020304" pitchFamily="18" charset="0"/>
              </a:rPr>
              <a:t> </a:t>
            </a:r>
            <a:r>
              <a:rPr lang="uk-UA" sz="1600" err="1">
                <a:cs typeface="Times New Roman" panose="02020603050405020304" pitchFamily="18" charset="0"/>
              </a:rPr>
              <a:t>pertaining</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each</a:t>
            </a:r>
            <a:r>
              <a:rPr lang="uk-UA" sz="1600">
                <a:cs typeface="Times New Roman" panose="02020603050405020304" pitchFamily="18" charset="0"/>
              </a:rPr>
              <a:t>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These</a:t>
            </a:r>
            <a:r>
              <a:rPr lang="uk-UA" sz="1600">
                <a:cs typeface="Times New Roman" panose="02020603050405020304" pitchFamily="18" charset="0"/>
              </a:rPr>
              <a:t> </a:t>
            </a:r>
            <a:r>
              <a:rPr lang="uk-UA" sz="1600" err="1">
                <a:cs typeface="Times New Roman" panose="02020603050405020304" pitchFamily="18" charset="0"/>
              </a:rPr>
              <a:t>facts</a:t>
            </a:r>
            <a:r>
              <a:rPr lang="uk-UA" sz="1600">
                <a:cs typeface="Times New Roman" panose="02020603050405020304" pitchFamily="18" charset="0"/>
              </a:rPr>
              <a:t> might include the </a:t>
            </a:r>
            <a:r>
              <a:rPr lang="uk-UA" sz="1600" err="1">
                <a:cs typeface="Times New Roman" panose="02020603050405020304" pitchFamily="18" charset="0"/>
              </a:rPr>
              <a:t>time</a:t>
            </a:r>
            <a:r>
              <a:rPr lang="uk-UA" sz="1600">
                <a:cs typeface="Times New Roman" panose="02020603050405020304" pitchFamily="18" charset="0"/>
              </a:rPr>
              <a:t> a </a:t>
            </a:r>
            <a:r>
              <a:rPr lang="uk-UA" sz="1600" err="1">
                <a:cs typeface="Times New Roman" panose="02020603050405020304" pitchFamily="18" charset="0"/>
              </a:rPr>
              <a:t>bug</a:t>
            </a:r>
            <a:r>
              <a:rPr lang="uk-UA" sz="1600">
                <a:cs typeface="Times New Roman" panose="02020603050405020304" pitchFamily="18" charset="0"/>
              </a:rPr>
              <a:t> </a:t>
            </a:r>
            <a:r>
              <a:rPr lang="uk-UA" sz="1600" err="1">
                <a:cs typeface="Times New Roman" panose="02020603050405020304" pitchFamily="18" charset="0"/>
              </a:rPr>
              <a:t>was</a:t>
            </a:r>
            <a:r>
              <a:rPr lang="uk-UA" sz="1600">
                <a:cs typeface="Times New Roman" panose="02020603050405020304" pitchFamily="18" charset="0"/>
              </a:rPr>
              <a:t> </a:t>
            </a:r>
            <a:r>
              <a:rPr lang="uk-UA" sz="1600" err="1">
                <a:cs typeface="Times New Roman" panose="02020603050405020304" pitchFamily="18" charset="0"/>
              </a:rPr>
              <a:t>reported</a:t>
            </a:r>
            <a:r>
              <a:rPr lang="uk-UA" sz="1600">
                <a:cs typeface="Times New Roman" panose="02020603050405020304" pitchFamily="18" charset="0"/>
              </a:rPr>
              <a:t>, its </a:t>
            </a:r>
            <a:r>
              <a:rPr lang="uk-UA" sz="1600" err="1">
                <a:cs typeface="Times New Roman" panose="02020603050405020304" pitchFamily="18" charset="0"/>
              </a:rPr>
              <a:t>severity</a:t>
            </a:r>
            <a:r>
              <a:rPr lang="uk-UA" sz="1600">
                <a:cs typeface="Times New Roman" panose="02020603050405020304" pitchFamily="18" charset="0"/>
              </a:rPr>
              <a:t>, </a:t>
            </a:r>
            <a:r>
              <a:rPr lang="uk-UA" sz="1600" err="1">
                <a:cs typeface="Times New Roman" panose="02020603050405020304" pitchFamily="18" charset="0"/>
              </a:rPr>
              <a:t>incorrect</a:t>
            </a:r>
            <a:r>
              <a:rPr lang="uk-UA" sz="1600">
                <a:cs typeface="Times New Roman" panose="02020603050405020304" pitchFamily="18" charset="0"/>
              </a:rPr>
              <a:t> </a:t>
            </a:r>
            <a:r>
              <a:rPr lang="uk-UA" sz="1600" err="1">
                <a:cs typeface="Times New Roman" panose="02020603050405020304" pitchFamily="18" charset="0"/>
              </a:rPr>
              <a:t>program</a:t>
            </a:r>
            <a:r>
              <a:rPr lang="uk-UA" sz="1600">
                <a:cs typeface="Times New Roman" panose="02020603050405020304" pitchFamily="18" charset="0"/>
              </a:rPr>
              <a:t> </a:t>
            </a:r>
            <a:r>
              <a:rPr lang="uk-UA" sz="1600" err="1">
                <a:cs typeface="Times New Roman" panose="02020603050405020304" pitchFamily="18" charset="0"/>
              </a:rPr>
              <a:t>behavior</a:t>
            </a:r>
            <a:r>
              <a:rPr lang="uk-UA" sz="1600">
                <a:cs typeface="Times New Roman" panose="02020603050405020304" pitchFamily="18" charset="0"/>
              </a:rPr>
              <a:t>, </a:t>
            </a:r>
            <a:r>
              <a:rPr lang="uk-UA" sz="1600" err="1">
                <a:cs typeface="Times New Roman" panose="02020603050405020304" pitchFamily="18" charset="0"/>
              </a:rPr>
              <a:t>details</a:t>
            </a:r>
            <a:r>
              <a:rPr lang="uk-UA" sz="1600">
                <a:cs typeface="Times New Roman" panose="02020603050405020304" pitchFamily="18" charset="0"/>
              </a:rPr>
              <a:t> </a:t>
            </a:r>
            <a:r>
              <a:rPr lang="uk-UA" sz="1600" err="1">
                <a:cs typeface="Times New Roman" panose="02020603050405020304" pitchFamily="18" charset="0"/>
              </a:rPr>
              <a:t>on</a:t>
            </a:r>
            <a:r>
              <a:rPr lang="uk-UA" sz="1600">
                <a:cs typeface="Times New Roman" panose="02020603050405020304" pitchFamily="18" charset="0"/>
              </a:rPr>
              <a:t> </a:t>
            </a:r>
            <a:r>
              <a:rPr lang="uk-UA" sz="1600" err="1">
                <a:cs typeface="Times New Roman" panose="02020603050405020304" pitchFamily="18" charset="0"/>
              </a:rPr>
              <a:t>how</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recreate</a:t>
            </a:r>
            <a:r>
              <a:rPr lang="uk-UA" sz="1600">
                <a:cs typeface="Times New Roman" panose="02020603050405020304" pitchFamily="18" charset="0"/>
              </a:rPr>
              <a:t> the </a:t>
            </a:r>
            <a:r>
              <a:rPr lang="uk-UA" sz="1600" err="1">
                <a:cs typeface="Times New Roman" panose="02020603050405020304" pitchFamily="18" charset="0"/>
              </a:rPr>
              <a:t>bug</a:t>
            </a:r>
            <a:r>
              <a:rPr lang="uk-UA" sz="1600">
                <a:cs typeface="Times New Roman" panose="02020603050405020304" pitchFamily="18" charset="0"/>
              </a:rPr>
              <a:t>,</a:t>
            </a:r>
            <a:r>
              <a:rPr lang="uk-UA" sz="1600" err="1">
                <a:cs typeface="Times New Roman" panose="02020603050405020304" pitchFamily="18" charset="0"/>
              </a:rPr>
              <a:t>who</a:t>
            </a:r>
            <a:r>
              <a:rPr lang="uk-UA" sz="1600">
                <a:cs typeface="Times New Roman" panose="02020603050405020304" pitchFamily="18" charset="0"/>
              </a:rPr>
              <a:t> </a:t>
            </a:r>
            <a:r>
              <a:rPr lang="uk-UA" sz="1600" err="1">
                <a:cs typeface="Times New Roman" panose="02020603050405020304" pitchFamily="18" charset="0"/>
              </a:rPr>
              <a:t>reported</a:t>
            </a:r>
            <a:r>
              <a:rPr lang="uk-UA" sz="1600">
                <a:cs typeface="Times New Roman" panose="02020603050405020304" pitchFamily="18" charset="0"/>
              </a:rPr>
              <a:t> the </a:t>
            </a:r>
            <a:r>
              <a:rPr lang="uk-UA" sz="1600" err="1">
                <a:cs typeface="Times New Roman" panose="02020603050405020304" pitchFamily="18" charset="0"/>
              </a:rPr>
              <a:t>bug</a:t>
            </a:r>
            <a:r>
              <a:rPr lang="uk-UA" sz="1600">
                <a:cs typeface="Times New Roman" panose="02020603050405020304" pitchFamily="18" charset="0"/>
              </a:rPr>
              <a:t> and </a:t>
            </a:r>
            <a:r>
              <a:rPr lang="uk-UA" sz="1600" err="1">
                <a:cs typeface="Times New Roman" panose="02020603050405020304" pitchFamily="18" charset="0"/>
              </a:rPr>
              <a:t>what</a:t>
            </a:r>
            <a:r>
              <a:rPr lang="uk-UA" sz="1600">
                <a:cs typeface="Times New Roman" panose="02020603050405020304" pitchFamily="18" charset="0"/>
              </a:rPr>
              <a:t> the </a:t>
            </a:r>
            <a:r>
              <a:rPr lang="uk-UA" sz="1600" err="1">
                <a:cs typeface="Times New Roman" panose="02020603050405020304" pitchFamily="18" charset="0"/>
              </a:rPr>
              <a:t>programmers</a:t>
            </a:r>
            <a:r>
              <a:rPr lang="uk-UA" sz="1600">
                <a:cs typeface="Times New Roman" panose="02020603050405020304" pitchFamily="18" charset="0"/>
              </a:rPr>
              <a:t> </a:t>
            </a:r>
            <a:r>
              <a:rPr lang="uk-UA" sz="1600" err="1">
                <a:cs typeface="Times New Roman" panose="02020603050405020304" pitchFamily="18" charset="0"/>
              </a:rPr>
              <a:t>did</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fix</a:t>
            </a:r>
            <a:r>
              <a:rPr lang="uk-UA" sz="1600">
                <a:cs typeface="Times New Roman" panose="02020603050405020304" pitchFamily="18" charset="0"/>
              </a:rPr>
              <a:t> </a:t>
            </a:r>
            <a:r>
              <a:rPr lang="uk-UA" sz="1600" err="1">
                <a:cs typeface="Times New Roman" panose="02020603050405020304" pitchFamily="18" charset="0"/>
              </a:rPr>
              <a:t>it</a:t>
            </a:r>
            <a:r>
              <a:rPr lang="uk-UA" sz="1600">
                <a:cs typeface="Times New Roman" panose="02020603050405020304" pitchFamily="18" charset="0"/>
              </a:rPr>
              <a:t>. Bug </a:t>
            </a:r>
            <a:r>
              <a:rPr lang="uk-UA" sz="1600" err="1">
                <a:cs typeface="Times New Roman" panose="02020603050405020304" pitchFamily="18" charset="0"/>
              </a:rPr>
              <a:t>tracking</a:t>
            </a:r>
            <a:r>
              <a:rPr lang="uk-UA" sz="1600">
                <a:cs typeface="Times New Roman" panose="02020603050405020304" pitchFamily="18" charset="0"/>
              </a:rPr>
              <a:t> </a:t>
            </a:r>
            <a:r>
              <a:rPr lang="uk-UA" sz="1600" err="1">
                <a:cs typeface="Times New Roman" panose="02020603050405020304" pitchFamily="18" charset="0"/>
              </a:rPr>
              <a:t>systems</a:t>
            </a:r>
            <a:r>
              <a:rPr lang="uk-UA" sz="1600">
                <a:cs typeface="Times New Roman" panose="02020603050405020304" pitchFamily="18" charset="0"/>
              </a:rPr>
              <a:t> </a:t>
            </a:r>
            <a:r>
              <a:rPr lang="uk-UA" sz="1600" err="1">
                <a:cs typeface="Times New Roman" panose="02020603050405020304" pitchFamily="18" charset="0"/>
              </a:rPr>
              <a:t>are</a:t>
            </a:r>
            <a:r>
              <a:rPr lang="uk-UA" sz="1600">
                <a:cs typeface="Times New Roman" panose="02020603050405020304" pitchFamily="18" charset="0"/>
              </a:rPr>
              <a:t> </a:t>
            </a:r>
            <a:r>
              <a:rPr lang="uk-UA" sz="1600" err="1">
                <a:cs typeface="Times New Roman" panose="02020603050405020304" pitchFamily="18" charset="0"/>
              </a:rPr>
              <a:t>associated</a:t>
            </a:r>
            <a:r>
              <a:rPr lang="uk-UA" sz="1600">
                <a:cs typeface="Times New Roman" panose="02020603050405020304" pitchFamily="18" charset="0"/>
              </a:rPr>
              <a:t> </a:t>
            </a:r>
            <a:r>
              <a:rPr lang="uk-UA" sz="1600" err="1">
                <a:cs typeface="Times New Roman" panose="02020603050405020304" pitchFamily="18" charset="0"/>
              </a:rPr>
              <a:t>with</a:t>
            </a:r>
            <a:r>
              <a:rPr lang="uk-UA" sz="1600">
                <a:cs typeface="Times New Roman" panose="02020603050405020304" pitchFamily="18" charset="0"/>
              </a:rPr>
              <a:t> a </a:t>
            </a:r>
            <a:r>
              <a:rPr lang="uk-UA" sz="1600" err="1">
                <a:cs typeface="Times New Roman" panose="02020603050405020304" pitchFamily="18" charset="0"/>
              </a:rPr>
              <a:t>bug's</a:t>
            </a:r>
            <a:r>
              <a:rPr lang="uk-UA" sz="1600">
                <a:cs typeface="Times New Roman" panose="02020603050405020304" pitchFamily="18" charset="0"/>
              </a:rPr>
              <a:t> life cycle, which is </a:t>
            </a:r>
            <a:r>
              <a:rPr lang="uk-UA" sz="1600" err="1">
                <a:cs typeface="Times New Roman" panose="02020603050405020304" pitchFamily="18" charset="0"/>
              </a:rPr>
              <a:t>tracked</a:t>
            </a:r>
            <a:r>
              <a:rPr lang="uk-UA" sz="1600">
                <a:cs typeface="Times New Roman" panose="02020603050405020304" pitchFamily="18" charset="0"/>
              </a:rPr>
              <a:t> through the </a:t>
            </a:r>
            <a:r>
              <a:rPr lang="uk-UA" sz="1600" err="1">
                <a:cs typeface="Times New Roman" panose="02020603050405020304" pitchFamily="18" charset="0"/>
              </a:rPr>
              <a:t>status</a:t>
            </a:r>
            <a:r>
              <a:rPr lang="uk-UA" sz="1600">
                <a:cs typeface="Times New Roman" panose="02020603050405020304" pitchFamily="18" charset="0"/>
              </a:rPr>
              <a:t> </a:t>
            </a:r>
            <a:r>
              <a:rPr lang="uk-UA" sz="1600" err="1">
                <a:cs typeface="Times New Roman" panose="02020603050405020304" pitchFamily="18" charset="0"/>
              </a:rPr>
              <a:t>assigned</a:t>
            </a:r>
            <a:r>
              <a:rPr lang="uk-UA" sz="1600">
                <a:cs typeface="Times New Roman" panose="02020603050405020304" pitchFamily="18" charset="0"/>
              </a:rPr>
              <a:t> </a:t>
            </a:r>
            <a:r>
              <a:rPr lang="uk-UA" sz="1600" err="1">
                <a:cs typeface="Times New Roman" panose="02020603050405020304" pitchFamily="18" charset="0"/>
              </a:rPr>
              <a:t>to</a:t>
            </a:r>
            <a:r>
              <a:rPr lang="uk-UA" sz="1600">
                <a:cs typeface="Times New Roman" panose="02020603050405020304" pitchFamily="18" charset="0"/>
              </a:rPr>
              <a:t> </a:t>
            </a:r>
            <a:r>
              <a:rPr lang="uk-UA" sz="1600" err="1">
                <a:cs typeface="Times New Roman" panose="02020603050405020304" pitchFamily="18" charset="0"/>
              </a:rPr>
              <a:t>each</a:t>
            </a:r>
            <a:r>
              <a:rPr lang="uk-UA" sz="1600">
                <a:cs typeface="Times New Roman" panose="02020603050405020304" pitchFamily="18" charset="0"/>
              </a:rPr>
              <a:t> </a:t>
            </a:r>
            <a:r>
              <a:rPr lang="uk-UA" sz="1600" err="1">
                <a:cs typeface="Times New Roman" panose="02020603050405020304" pitchFamily="18" charset="0"/>
              </a:rPr>
              <a:t>bug</a:t>
            </a:r>
            <a:r>
              <a:rPr lang="uk-UA" sz="1600">
                <a:cs typeface="Times New Roman" panose="02020603050405020304" pitchFamily="18" charset="0"/>
              </a:rPr>
              <a:t>. </a:t>
            </a:r>
            <a:endParaRPr lang="en-US" sz="1600" smtClean="0">
              <a:cs typeface="Times New Roman" panose="02020603050405020304" pitchFamily="18" charset="0"/>
            </a:endParaRPr>
          </a:p>
          <a:p>
            <a:pPr marL="203200" indent="0">
              <a:buNone/>
            </a:pPr>
            <a:endParaRPr lang="ru-RU"/>
          </a:p>
        </p:txBody>
      </p:sp>
    </p:spTree>
    <p:extLst>
      <p:ext uri="{BB962C8B-B14F-4D97-AF65-F5344CB8AC3E}">
        <p14:creationId xmlns:p14="http://schemas.microsoft.com/office/powerpoint/2010/main" val="610784564"/>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Conclusion</a:t>
            </a:r>
            <a:endParaRPr lang="ru-RU"/>
          </a:p>
        </p:txBody>
      </p:sp>
      <p:sp>
        <p:nvSpPr>
          <p:cNvPr id="3" name="Текст 2"/>
          <p:cNvSpPr>
            <a:spLocks noGrp="1"/>
          </p:cNvSpPr>
          <p:nvPr>
            <p:ph type="body" idx="1"/>
          </p:nvPr>
        </p:nvSpPr>
        <p:spPr/>
        <p:txBody>
          <a:bodyPr numCol="1"/>
          <a:lstStyle/>
          <a:p>
            <a:pPr marL="203200" indent="0">
              <a:buNone/>
            </a:pPr>
            <a:r>
              <a:rPr lang="en-US" sz="1600" smtClean="0"/>
              <a:t>A software bug can cause faulty functionality, instability or even failure within an application or program. Fortunately, during the development phase, the software testing and quality assurance (QA) process addresses bug issues. The primary mission of testing teams and individual software testers is to comb through a program’s code in order to detect mistakes and defects.</a:t>
            </a:r>
            <a:r>
              <a:rPr lang="en-US" sz="1600" smtClean="0">
                <a:cs typeface="Times New Roman" panose="02020603050405020304" pitchFamily="18" charset="0"/>
              </a:rPr>
              <a:t> </a:t>
            </a:r>
          </a:p>
          <a:p>
            <a:pPr marL="203200" indent="0">
              <a:buNone/>
            </a:pPr>
            <a:r>
              <a:rPr lang="en-US" sz="1600" smtClean="0">
                <a:cs typeface="Times New Roman" panose="02020603050405020304" pitchFamily="18" charset="0"/>
              </a:rPr>
              <a:t>Defect reporting and tracking - it's very important and responsible part of testers work.</a:t>
            </a:r>
          </a:p>
          <a:p>
            <a:pPr marL="203200" indent="0">
              <a:buNone/>
            </a:pPr>
            <a:endParaRPr lang="en-US" sz="1600" b="1" smtClean="0">
              <a:cs typeface="Times New Roman" panose="02020603050405020304" pitchFamily="18" charset="0"/>
            </a:endParaRPr>
          </a:p>
          <a:p>
            <a:pPr marL="203200" indent="0">
              <a:buNone/>
            </a:pPr>
            <a:r>
              <a:rPr lang="en-US" sz="1600" b="1" smtClean="0">
                <a:cs typeface="Times New Roman" panose="02020603050405020304" pitchFamily="18" charset="0"/>
              </a:rPr>
              <a:t>Quality </a:t>
            </a:r>
            <a:r>
              <a:rPr lang="en-US" sz="1600" b="1">
                <a:cs typeface="Times New Roman" panose="02020603050405020304" pitchFamily="18" charset="0"/>
              </a:rPr>
              <a:t>indicators for good bug reports</a:t>
            </a:r>
          </a:p>
          <a:p>
            <a:r>
              <a:rPr lang="en-US" sz="1600">
                <a:cs typeface="Times New Roman" panose="02020603050405020304" pitchFamily="18" charset="0"/>
              </a:rPr>
              <a:t>– Clear </a:t>
            </a:r>
            <a:r>
              <a:rPr lang="en-US" sz="1600" smtClean="0">
                <a:cs typeface="Times New Roman" panose="02020603050405020304" pitchFamily="18" charset="0"/>
              </a:rPr>
              <a:t>for understanding(especially </a:t>
            </a:r>
            <a:r>
              <a:rPr lang="en-US" sz="1600">
                <a:cs typeface="Times New Roman" panose="02020603050405020304" pitchFamily="18" charset="0"/>
              </a:rPr>
              <a:t>the summary)</a:t>
            </a:r>
          </a:p>
          <a:p>
            <a:r>
              <a:rPr lang="en-US" sz="1600">
                <a:cs typeface="Times New Roman" panose="02020603050405020304" pitchFamily="18" charset="0"/>
              </a:rPr>
              <a:t>– Actionable by development</a:t>
            </a:r>
          </a:p>
          <a:p>
            <a:r>
              <a:rPr lang="en-US" sz="1600">
                <a:cs typeface="Times New Roman" panose="02020603050405020304" pitchFamily="18" charset="0"/>
              </a:rPr>
              <a:t>– Move quickly from opened to </a:t>
            </a:r>
            <a:r>
              <a:rPr lang="en-US" sz="1600" smtClean="0">
                <a:cs typeface="Times New Roman" panose="02020603050405020304" pitchFamily="18" charset="0"/>
              </a:rPr>
              <a:t>closed</a:t>
            </a:r>
          </a:p>
          <a:p>
            <a:r>
              <a:rPr lang="en-US" sz="1600" smtClean="0">
                <a:cs typeface="Times New Roman" panose="02020603050405020304" pitchFamily="18" charset="0"/>
              </a:rPr>
              <a:t>– Include only one problem per report</a:t>
            </a:r>
          </a:p>
          <a:p>
            <a:endParaRPr lang="en-US" sz="1600" smtClean="0">
              <a:cs typeface="Times New Roman" panose="02020603050405020304" pitchFamily="18" charset="0"/>
            </a:endParaRPr>
          </a:p>
          <a:p>
            <a:endParaRPr lang="en-US" sz="1600" smtClean="0">
              <a:cs typeface="Times New Roman" panose="02020603050405020304" pitchFamily="18" charset="0"/>
            </a:endParaRPr>
          </a:p>
          <a:p>
            <a:pPr>
              <a:buNone/>
            </a:pPr>
            <a:endParaRPr lang="ru-RU" sz="160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0152" y="3284984"/>
            <a:ext cx="2160240" cy="2757381"/>
          </a:xfrm>
          <a:prstGeom prst="rect">
            <a:avLst/>
          </a:prstGeom>
        </p:spPr>
      </p:pic>
    </p:spTree>
    <p:extLst>
      <p:ext uri="{BB962C8B-B14F-4D97-AF65-F5344CB8AC3E}">
        <p14:creationId xmlns:p14="http://schemas.microsoft.com/office/powerpoint/2010/main" val="2660672221"/>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Example</a:t>
            </a:r>
            <a:endParaRPr lang="ru-RU"/>
          </a:p>
        </p:txBody>
      </p:sp>
      <p:sp>
        <p:nvSpPr>
          <p:cNvPr id="3" name="Текст 2"/>
          <p:cNvSpPr>
            <a:spLocks noGrp="1"/>
          </p:cNvSpPr>
          <p:nvPr>
            <p:ph type="body" idx="1"/>
          </p:nvPr>
        </p:nvSpPr>
        <p:spPr/>
        <p:txBody>
          <a:bodyPr/>
          <a:lstStyle/>
          <a:p>
            <a:pPr marL="203200" indent="0">
              <a:buNone/>
            </a:pPr>
            <a:r>
              <a:rPr lang="en-US" sz="2400" smtClean="0">
                <a:latin typeface="Times New Roman" panose="02020603050405020304" pitchFamily="18" charset="0"/>
                <a:cs typeface="Times New Roman" panose="02020603050405020304" pitchFamily="18" charset="0"/>
              </a:rPr>
              <a:t>Defect Report</a:t>
            </a:r>
          </a:p>
          <a:p>
            <a:pPr marL="203200" indent="0">
              <a:buNone/>
            </a:pPr>
            <a:endParaRPr lang="ru-RU"/>
          </a:p>
        </p:txBody>
      </p:sp>
      <p:graphicFrame>
        <p:nvGraphicFramePr>
          <p:cNvPr id="4" name="Таблица 3"/>
          <p:cNvGraphicFramePr>
            <a:graphicFrameLocks noGrp="1"/>
          </p:cNvGraphicFramePr>
          <p:nvPr>
            <p:extLst>
              <p:ext uri="{D42A27DB-BD31-4B8C-83A1-F6EECF244321}">
                <p14:modId xmlns:p14="http://schemas.microsoft.com/office/powerpoint/2010/main" val="1474866767"/>
              </p:ext>
            </p:extLst>
          </p:nvPr>
        </p:nvGraphicFramePr>
        <p:xfrm>
          <a:off x="1071563" y="2082006"/>
          <a:ext cx="7000874" cy="3387090"/>
        </p:xfrm>
        <a:graphic>
          <a:graphicData uri="http://schemas.openxmlformats.org/drawingml/2006/table">
            <a:tbl>
              <a:tblPr firstRow="1" firstCol="1" bandRow="1"/>
              <a:tblGrid>
                <a:gridCol w="183129"/>
                <a:gridCol w="1661124"/>
                <a:gridCol w="1649826"/>
                <a:gridCol w="1077791"/>
                <a:gridCol w="1077791"/>
                <a:gridCol w="630778"/>
                <a:gridCol w="720435"/>
              </a:tblGrid>
              <a:tr h="224155">
                <a:tc>
                  <a:txBody>
                    <a:bodyPr/>
                    <a:lstStyle/>
                    <a:p>
                      <a:pPr algn="l">
                        <a:lnSpc>
                          <a:spcPct val="115000"/>
                        </a:lnSpc>
                        <a:spcAft>
                          <a:spcPts val="1000"/>
                        </a:spcAft>
                      </a:pPr>
                      <a:r>
                        <a:rPr lang="en-US" sz="1000" b="1">
                          <a:solidFill>
                            <a:srgbClr val="000000"/>
                          </a:solidFill>
                          <a:effectLst/>
                          <a:latin typeface="Arial"/>
                          <a:ea typeface="Times New Roman"/>
                          <a:cs typeface="Times New Roman"/>
                        </a:rPr>
                        <a:t>#</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Summary</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Steps to reproduce</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Actual Result</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Expected Result</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Severity</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Priority</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0355">
                <a:tc>
                  <a:txBody>
                    <a:bodyPr/>
                    <a:lstStyle/>
                    <a:p>
                      <a:pPr algn="l">
                        <a:lnSpc>
                          <a:spcPct val="115000"/>
                        </a:lnSpc>
                        <a:spcAft>
                          <a:spcPts val="1000"/>
                        </a:spcAft>
                      </a:pPr>
                      <a:r>
                        <a:rPr lang="en-US" sz="1000" b="1">
                          <a:solidFill>
                            <a:srgbClr val="000000"/>
                          </a:solidFill>
                          <a:effectLst/>
                          <a:latin typeface="Arial"/>
                          <a:ea typeface="Times New Roman"/>
                          <a:cs typeface="Times New Roman"/>
                        </a:rPr>
                        <a:t>1</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New Comment Page – Active check box is checked in by default</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l">
                        <a:lnSpc>
                          <a:spcPct val="115000"/>
                        </a:lnSpc>
                        <a:spcAft>
                          <a:spcPts val="1000"/>
                        </a:spcAft>
                        <a:buFont typeface="+mj-lt"/>
                        <a:buAutoNum type="arabicPeriod"/>
                      </a:pPr>
                      <a:r>
                        <a:rPr lang="en-US" sz="1000" b="1">
                          <a:solidFill>
                            <a:srgbClr val="000000"/>
                          </a:solidFill>
                          <a:effectLst/>
                          <a:latin typeface="Arial"/>
                          <a:ea typeface="Times New Roman"/>
                          <a:cs typeface="Times New Roman"/>
                        </a:rPr>
                        <a:t>Log in to app</a:t>
                      </a:r>
                      <a:endParaRPr lang="ru-RU" sz="1100">
                        <a:solidFill>
                          <a:srgbClr val="000000"/>
                        </a:solidFill>
                        <a:effectLst/>
                        <a:latin typeface="Calibri"/>
                        <a:ea typeface="Calibri"/>
                        <a:cs typeface="Times New Roman"/>
                      </a:endParaRPr>
                    </a:p>
                    <a:p>
                      <a:pPr marL="342900" lvl="0" indent="-342900" algn="l">
                        <a:lnSpc>
                          <a:spcPct val="115000"/>
                        </a:lnSpc>
                        <a:spcAft>
                          <a:spcPts val="1000"/>
                        </a:spcAft>
                        <a:buFont typeface="+mj-lt"/>
                        <a:buAutoNum type="arabicPeriod"/>
                      </a:pPr>
                      <a:r>
                        <a:rPr lang="en-US" sz="1000" b="1">
                          <a:solidFill>
                            <a:srgbClr val="000000"/>
                          </a:solidFill>
                          <a:effectLst/>
                          <a:latin typeface="Arial"/>
                          <a:ea typeface="Times New Roman"/>
                          <a:cs typeface="Times New Roman"/>
                        </a:rPr>
                        <a:t>Click on “New” link</a:t>
                      </a:r>
                      <a:endParaRPr lang="ru-RU" sz="1100">
                        <a:solidFill>
                          <a:srgbClr val="00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“Active” checkbox is checked in by default</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Active check box should be disabled by default.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High</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High</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0355">
                <a:tc>
                  <a:txBody>
                    <a:bodyPr/>
                    <a:lstStyle/>
                    <a:p>
                      <a:pPr algn="l">
                        <a:lnSpc>
                          <a:spcPct val="115000"/>
                        </a:lnSpc>
                        <a:spcAft>
                          <a:spcPts val="1000"/>
                        </a:spcAft>
                      </a:pPr>
                      <a:r>
                        <a:rPr lang="en-US" sz="1000" b="1">
                          <a:solidFill>
                            <a:srgbClr val="000000"/>
                          </a:solidFill>
                          <a:effectLst/>
                          <a:latin typeface="Arial"/>
                          <a:ea typeface="Times New Roman"/>
                          <a:cs typeface="Times New Roman"/>
                        </a:rPr>
                        <a:t>2</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New Comment Page- “Active” checkbox becomes active after page refresh</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l">
                        <a:lnSpc>
                          <a:spcPct val="115000"/>
                        </a:lnSpc>
                        <a:spcAft>
                          <a:spcPts val="1000"/>
                        </a:spcAft>
                        <a:buFont typeface="+mj-lt"/>
                        <a:buAutoNum type="arabicPeriod"/>
                      </a:pPr>
                      <a:r>
                        <a:rPr lang="en-US" sz="1000" b="1">
                          <a:solidFill>
                            <a:srgbClr val="000000"/>
                          </a:solidFill>
                          <a:effectLst/>
                          <a:latin typeface="Arial"/>
                          <a:ea typeface="Times New Roman"/>
                          <a:cs typeface="Times New Roman"/>
                        </a:rPr>
                        <a:t>Log in to app</a:t>
                      </a:r>
                      <a:endParaRPr lang="ru-RU" sz="1100">
                        <a:solidFill>
                          <a:srgbClr val="000000"/>
                        </a:solidFill>
                        <a:effectLst/>
                        <a:latin typeface="Calibri"/>
                        <a:ea typeface="Calibri"/>
                        <a:cs typeface="Times New Roman"/>
                      </a:endParaRPr>
                    </a:p>
                    <a:p>
                      <a:pPr marL="342900" lvl="0" indent="-342900" algn="l">
                        <a:lnSpc>
                          <a:spcPct val="115000"/>
                        </a:lnSpc>
                        <a:spcAft>
                          <a:spcPts val="1000"/>
                        </a:spcAft>
                        <a:buFont typeface="+mj-lt"/>
                        <a:buAutoNum type="arabicPeriod"/>
                      </a:pPr>
                      <a:r>
                        <a:rPr lang="en-US" sz="1000" b="1">
                          <a:solidFill>
                            <a:srgbClr val="000000"/>
                          </a:solidFill>
                          <a:effectLst/>
                          <a:latin typeface="Arial"/>
                          <a:ea typeface="Times New Roman"/>
                          <a:cs typeface="Times New Roman"/>
                        </a:rPr>
                        <a:t>Click on “New” link</a:t>
                      </a:r>
                      <a:endParaRPr lang="ru-RU" sz="1100">
                        <a:solidFill>
                          <a:srgbClr val="000000"/>
                        </a:solidFill>
                        <a:effectLst/>
                        <a:latin typeface="Calibri"/>
                        <a:ea typeface="Calibri"/>
                        <a:cs typeface="Times New Roman"/>
                      </a:endParaRPr>
                    </a:p>
                    <a:p>
                      <a:pPr marL="342900" lvl="0" indent="-342900" algn="l">
                        <a:lnSpc>
                          <a:spcPct val="115000"/>
                        </a:lnSpc>
                        <a:spcAft>
                          <a:spcPts val="1000"/>
                        </a:spcAft>
                        <a:buFont typeface="+mj-lt"/>
                        <a:buAutoNum type="arabicPeriod"/>
                      </a:pPr>
                      <a:r>
                        <a:rPr lang="en-US" sz="1000" b="1">
                          <a:solidFill>
                            <a:srgbClr val="000000"/>
                          </a:solidFill>
                          <a:effectLst/>
                          <a:latin typeface="Arial"/>
                          <a:ea typeface="Times New Roman"/>
                          <a:cs typeface="Times New Roman"/>
                        </a:rPr>
                        <a:t>Check off “Active” check box</a:t>
                      </a:r>
                      <a:endParaRPr lang="ru-RU" sz="1100">
                        <a:solidFill>
                          <a:srgbClr val="000000"/>
                        </a:solidFill>
                        <a:effectLst/>
                        <a:latin typeface="Calibri"/>
                        <a:ea typeface="Calibri"/>
                        <a:cs typeface="Times New Roman"/>
                      </a:endParaRPr>
                    </a:p>
                    <a:p>
                      <a:pPr marL="342900" lvl="0" indent="-342900" algn="l">
                        <a:lnSpc>
                          <a:spcPct val="115000"/>
                        </a:lnSpc>
                        <a:spcAft>
                          <a:spcPts val="1000"/>
                        </a:spcAft>
                        <a:buFont typeface="+mj-lt"/>
                        <a:buAutoNum type="arabicPeriod"/>
                      </a:pPr>
                      <a:r>
                        <a:rPr lang="en-US" sz="1000" b="1">
                          <a:solidFill>
                            <a:srgbClr val="000000"/>
                          </a:solidFill>
                          <a:effectLst/>
                          <a:latin typeface="Arial"/>
                          <a:ea typeface="Times New Roman"/>
                          <a:cs typeface="Times New Roman"/>
                        </a:rPr>
                        <a:t>Click “Refresh” link</a:t>
                      </a:r>
                      <a:endParaRPr lang="ru-RU" sz="1100">
                        <a:solidFill>
                          <a:srgbClr val="000000"/>
                        </a:solidFill>
                        <a:effectLst/>
                        <a:latin typeface="Calibri"/>
                        <a:ea typeface="Calibri"/>
                        <a:cs typeface="Times New Roman"/>
                      </a:endParaRPr>
                    </a:p>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“Active” checkbox becomes checked in</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“Active” checkbox should be checked off by default</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Medium</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Medium</a:t>
                      </a:r>
                      <a:endParaRPr lang="ru-RU" sz="1100">
                        <a:effectLst/>
                        <a:latin typeface="Calibri"/>
                        <a:ea typeface="Calibri"/>
                        <a:cs typeface="Times New Roman"/>
                      </a:endParaRPr>
                    </a:p>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0830">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9880">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US" sz="1000" b="1">
                          <a:solidFill>
                            <a:srgbClr val="000000"/>
                          </a:solidFill>
                          <a:effectLst/>
                          <a:latin typeface="Arial"/>
                          <a:ea typeface="Times New Roman"/>
                          <a:cs typeface="Times New Roman"/>
                        </a:rPr>
                        <a:t> </a:t>
                      </a:r>
                      <a:endParaRPr lang="ru-RU" sz="11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64029666"/>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Example</a:t>
            </a:r>
            <a:endParaRPr lang="ru-RU"/>
          </a:p>
        </p:txBody>
      </p:sp>
      <p:sp>
        <p:nvSpPr>
          <p:cNvPr id="3" name="Текст 2"/>
          <p:cNvSpPr>
            <a:spLocks noGrp="1"/>
          </p:cNvSpPr>
          <p:nvPr>
            <p:ph type="body" idx="1"/>
          </p:nvPr>
        </p:nvSpPr>
        <p:spPr/>
        <p:txBody>
          <a:bodyPr/>
          <a:lstStyle/>
          <a:p>
            <a:pPr marL="203200" indent="0">
              <a:buNone/>
            </a:pPr>
            <a:r>
              <a:rPr lang="en-US" sz="2400" smtClean="0">
                <a:latin typeface="Times New Roman" panose="02020603050405020304" pitchFamily="18" charset="0"/>
                <a:cs typeface="Times New Roman" panose="02020603050405020304" pitchFamily="18" charset="0"/>
              </a:rPr>
              <a:t>Defect Report</a:t>
            </a:r>
            <a:endParaRPr lang="ru-RU" sz="240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060848"/>
            <a:ext cx="8172400" cy="2695306"/>
          </a:xfrm>
          <a:prstGeom prst="rect">
            <a:avLst/>
          </a:prstGeom>
        </p:spPr>
      </p:pic>
    </p:spTree>
    <p:extLst>
      <p:ext uri="{BB962C8B-B14F-4D97-AF65-F5344CB8AC3E}">
        <p14:creationId xmlns:p14="http://schemas.microsoft.com/office/powerpoint/2010/main" val="3345088056"/>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Example</a:t>
            </a:r>
            <a:endParaRPr lang="ru-RU"/>
          </a:p>
        </p:txBody>
      </p:sp>
      <p:sp>
        <p:nvSpPr>
          <p:cNvPr id="3" name="Текст 2"/>
          <p:cNvSpPr>
            <a:spLocks noGrp="1"/>
          </p:cNvSpPr>
          <p:nvPr>
            <p:ph type="body" idx="1"/>
          </p:nvPr>
        </p:nvSpPr>
        <p:spPr/>
        <p:txBody>
          <a:bodyPr/>
          <a:lstStyle/>
          <a:p>
            <a:pPr marL="203200" indent="0">
              <a:buNone/>
            </a:pPr>
            <a:endParaRPr lang="ru-RU"/>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484784"/>
            <a:ext cx="7470789" cy="4464496"/>
          </a:xfrm>
          <a:prstGeom prst="rect">
            <a:avLst/>
          </a:prstGeom>
        </p:spPr>
      </p:pic>
    </p:spTree>
    <p:extLst>
      <p:ext uri="{BB962C8B-B14F-4D97-AF65-F5344CB8AC3E}">
        <p14:creationId xmlns:p14="http://schemas.microsoft.com/office/powerpoint/2010/main" val="681957777"/>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Example</a:t>
            </a:r>
            <a:endParaRPr lang="ru-RU"/>
          </a:p>
        </p:txBody>
      </p:sp>
      <p:sp>
        <p:nvSpPr>
          <p:cNvPr id="3" name="Текст 2"/>
          <p:cNvSpPr>
            <a:spLocks noGrp="1"/>
          </p:cNvSpPr>
          <p:nvPr>
            <p:ph type="body" idx="1"/>
          </p:nvPr>
        </p:nvSpPr>
        <p:spPr/>
        <p:txBody>
          <a:bodyPr/>
          <a:lstStyle/>
          <a:p>
            <a:pPr marL="203200" indent="0">
              <a:buNone/>
            </a:pPr>
            <a:endParaRPr lang="en-US" smtClean="0"/>
          </a:p>
          <a:p>
            <a:pPr marL="203200" indent="0">
              <a:buNone/>
            </a:pPr>
            <a:endParaRPr lang="ru-RU"/>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1484784"/>
            <a:ext cx="4933528" cy="4518448"/>
          </a:xfrm>
          <a:prstGeom prst="rect">
            <a:avLst/>
          </a:prstGeom>
        </p:spPr>
      </p:pic>
    </p:spTree>
    <p:extLst>
      <p:ext uri="{BB962C8B-B14F-4D97-AF65-F5344CB8AC3E}">
        <p14:creationId xmlns:p14="http://schemas.microsoft.com/office/powerpoint/2010/main" val="2538752159"/>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idx="1"/>
          </p:nvPr>
        </p:nvSpPr>
        <p:spPr/>
        <p:txBody>
          <a:bodyPr/>
          <a:lstStyle/>
          <a:p>
            <a:pPr marL="203200" indent="0" algn="ctr">
              <a:buNone/>
            </a:pPr>
            <a:endParaRPr lang="en-US" smtClean="0"/>
          </a:p>
          <a:p>
            <a:pPr marL="203200" indent="0" algn="ctr">
              <a:buNone/>
            </a:pPr>
            <a:r>
              <a:rPr lang="en-US" smtClean="0"/>
              <a:t>Thank you for attention</a:t>
            </a:r>
            <a:endParaRPr lang="ru-RU"/>
          </a:p>
        </p:txBody>
      </p:sp>
      <p:pic>
        <p:nvPicPr>
          <p:cNvPr id="5" name="Рисунок 4" descr="123rf-10914033_s.jpg"/>
          <p:cNvPicPr>
            <a:picLocks noChangeAspect="1"/>
          </p:cNvPicPr>
          <p:nvPr/>
        </p:nvPicPr>
        <p:blipFill>
          <a:blip r:embed="rId2"/>
          <a:stretch>
            <a:fillRect/>
          </a:stretch>
        </p:blipFill>
        <p:spPr>
          <a:xfrm>
            <a:off x="1835696" y="3212976"/>
            <a:ext cx="5769600" cy="2782436"/>
          </a:xfrm>
          <a:prstGeom prst="rect">
            <a:avLst/>
          </a:prstGeom>
        </p:spPr>
      </p:pic>
    </p:spTree>
    <p:extLst>
      <p:ext uri="{BB962C8B-B14F-4D97-AF65-F5344CB8AC3E}">
        <p14:creationId xmlns:p14="http://schemas.microsoft.com/office/powerpoint/2010/main" val="3054032991"/>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Shape 80"/>
          <p:cNvPicPr preferRelativeResize="0"/>
          <p:nvPr/>
        </p:nvPicPr>
        <p:blipFill>
          <a:blip r:embed="rId3"/>
          <a:stretch>
            <a:fillRect/>
          </a:stretch>
        </p:blipFill>
        <p:spPr>
          <a:xfrm>
            <a:off x="3143250" y="1466850"/>
            <a:ext cx="2857500" cy="3924300"/>
          </a:xfrm>
          <a:prstGeom prst="rect">
            <a:avLst/>
          </a:prstGeom>
        </p:spPr>
      </p:pic>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843</Words>
  <Application>Microsoft Office PowerPoint</Application>
  <PresentationFormat>Экран (4:3)</PresentationFormat>
  <Paragraphs>127</Paragraphs>
  <Slides>17</Slides>
  <Notes>7</Notes>
  <HiddenSlides>0</HiddenSlides>
  <MMClips>0</MMClips>
  <ScaleCrop>false</ScaleCrop>
  <HeadingPairs>
    <vt:vector size="4" baseType="variant">
      <vt:variant>
        <vt:lpstr>Тема</vt:lpstr>
      </vt:variant>
      <vt:variant>
        <vt:i4>1</vt:i4>
      </vt:variant>
      <vt:variant>
        <vt:lpstr>Заголовки слайдов</vt:lpstr>
      </vt:variant>
      <vt:variant>
        <vt:i4>17</vt:i4>
      </vt:variant>
    </vt:vector>
  </HeadingPairs>
  <TitlesOfParts>
    <vt:vector size="18" baseType="lpstr">
      <vt:lpstr>Office Theme</vt:lpstr>
      <vt:lpstr>Defect Reporting and Tracking</vt:lpstr>
      <vt:lpstr>Agenda</vt:lpstr>
      <vt:lpstr>What is Bug</vt:lpstr>
      <vt:lpstr>Defect Report</vt:lpstr>
      <vt:lpstr>Structure</vt:lpstr>
      <vt:lpstr>Structure</vt:lpstr>
      <vt:lpstr>Structure</vt:lpstr>
      <vt:lpstr>Life cycle of bug</vt:lpstr>
      <vt:lpstr>Status</vt:lpstr>
      <vt:lpstr>Bug tracking</vt:lpstr>
      <vt:lpstr>Conclusion</vt:lpstr>
      <vt:lpstr>Example</vt:lpstr>
      <vt:lpstr>Example</vt:lpstr>
      <vt:lpstr>Example</vt:lpstr>
      <vt:lpstr>Example</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 Reporting and Tracking</dc:title>
  <dc:creator>Ракета</dc:creator>
  <cp:lastModifiedBy>user</cp:lastModifiedBy>
  <cp:revision>21</cp:revision>
  <dcterms:modified xsi:type="dcterms:W3CDTF">2014-06-12T07:52:01Z</dcterms:modified>
</cp:coreProperties>
</file>